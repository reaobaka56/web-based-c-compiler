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9"/>
  </p:notesMasterIdLst>
  <p:sldIdLst>
    <p:sldId id="283" r:id="rId5"/>
    <p:sldId id="285" r:id="rId6"/>
    <p:sldId id="264" r:id="rId7"/>
    <p:sldId id="286" r:id="rId8"/>
    <p:sldId id="271" r:id="rId9"/>
    <p:sldId id="273" r:id="rId10"/>
    <p:sldId id="274" r:id="rId11"/>
    <p:sldId id="275" r:id="rId12"/>
    <p:sldId id="269" r:id="rId13"/>
    <p:sldId id="276" r:id="rId14"/>
    <p:sldId id="287" r:id="rId15"/>
    <p:sldId id="277" r:id="rId16"/>
    <p:sldId id="262" r:id="rId17"/>
    <p:sldId id="28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A8F69C-CACA-47F5-AD01-A4CA20BCFFB1}"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AD792C2E-A348-463A-A6EF-6E0360D299D0}">
      <dgm:prSet/>
      <dgm:spPr/>
      <dgm:t>
        <a:bodyPr/>
        <a:lstStyle/>
        <a:p>
          <a:r>
            <a:rPr lang="en-US">
              <a:solidFill>
                <a:schemeClr val="tx1"/>
              </a:solidFill>
            </a:rPr>
            <a:t>1. What is a Linked List</a:t>
          </a:r>
          <a:endParaRPr lang="en-US" dirty="0">
            <a:solidFill>
              <a:schemeClr val="tx1"/>
            </a:solidFill>
          </a:endParaRPr>
        </a:p>
      </dgm:t>
    </dgm:pt>
    <dgm:pt modelId="{5F295807-A383-4DC7-B7AE-4FC7EA516062}" type="parTrans" cxnId="{67327AAF-7840-457F-9C48-10DDB76BAC3B}">
      <dgm:prSet/>
      <dgm:spPr/>
      <dgm:t>
        <a:bodyPr/>
        <a:lstStyle/>
        <a:p>
          <a:endParaRPr lang="en-US"/>
        </a:p>
      </dgm:t>
    </dgm:pt>
    <dgm:pt modelId="{D4F1B2D6-DEF3-41A4-9995-070C33AABECD}" type="sibTrans" cxnId="{67327AAF-7840-457F-9C48-10DDB76BAC3B}">
      <dgm:prSet/>
      <dgm:spPr/>
      <dgm:t>
        <a:bodyPr/>
        <a:lstStyle/>
        <a:p>
          <a:endParaRPr lang="en-US"/>
        </a:p>
      </dgm:t>
    </dgm:pt>
    <dgm:pt modelId="{5877772F-DCC7-4353-847D-847D47A7B0D3}">
      <dgm:prSet/>
      <dgm:spPr/>
      <dgm:t>
        <a:bodyPr/>
        <a:lstStyle/>
        <a:p>
          <a:r>
            <a:rPr lang="en-US">
              <a:solidFill>
                <a:schemeClr val="tx1"/>
              </a:solidFill>
            </a:rPr>
            <a:t>2. Nodes and Linked-List Structure</a:t>
          </a:r>
          <a:endParaRPr lang="en-US" dirty="0">
            <a:solidFill>
              <a:schemeClr val="tx1"/>
            </a:solidFill>
          </a:endParaRPr>
        </a:p>
      </dgm:t>
    </dgm:pt>
    <dgm:pt modelId="{30B7EE6C-8F43-479D-B0A5-66465429ADAF}" type="parTrans" cxnId="{1E051857-9A94-4559-92DF-26D7F2B7AFC9}">
      <dgm:prSet/>
      <dgm:spPr/>
      <dgm:t>
        <a:bodyPr/>
        <a:lstStyle/>
        <a:p>
          <a:endParaRPr lang="en-US"/>
        </a:p>
      </dgm:t>
    </dgm:pt>
    <dgm:pt modelId="{3187102A-FF32-4363-8B30-36001CC12AB6}" type="sibTrans" cxnId="{1E051857-9A94-4559-92DF-26D7F2B7AFC9}">
      <dgm:prSet/>
      <dgm:spPr/>
      <dgm:t>
        <a:bodyPr/>
        <a:lstStyle/>
        <a:p>
          <a:endParaRPr lang="en-US"/>
        </a:p>
      </dgm:t>
    </dgm:pt>
    <dgm:pt modelId="{C9489F76-DFA0-415D-88C7-EE93FEE137C5}">
      <dgm:prSet/>
      <dgm:spPr/>
      <dgm:t>
        <a:bodyPr/>
        <a:lstStyle/>
        <a:p>
          <a:r>
            <a:rPr lang="en-US">
              <a:solidFill>
                <a:schemeClr val="tx1"/>
              </a:solidFill>
            </a:rPr>
            <a:t>3. Types of Linked Lists</a:t>
          </a:r>
          <a:endParaRPr lang="en-US" dirty="0">
            <a:solidFill>
              <a:schemeClr val="tx1"/>
            </a:solidFill>
          </a:endParaRPr>
        </a:p>
      </dgm:t>
    </dgm:pt>
    <dgm:pt modelId="{069E7DAF-0543-45CC-959C-5D05C368575A}" type="parTrans" cxnId="{8A467B28-7962-4D42-9EB5-C8B88A15AECB}">
      <dgm:prSet/>
      <dgm:spPr/>
      <dgm:t>
        <a:bodyPr/>
        <a:lstStyle/>
        <a:p>
          <a:endParaRPr lang="en-US"/>
        </a:p>
      </dgm:t>
    </dgm:pt>
    <dgm:pt modelId="{D6EBE321-A75B-4751-9131-63C09B9FC489}" type="sibTrans" cxnId="{8A467B28-7962-4D42-9EB5-C8B88A15AECB}">
      <dgm:prSet/>
      <dgm:spPr/>
      <dgm:t>
        <a:bodyPr/>
        <a:lstStyle/>
        <a:p>
          <a:endParaRPr lang="en-US"/>
        </a:p>
      </dgm:t>
    </dgm:pt>
    <dgm:pt modelId="{3BBB19D5-3751-4D54-814C-9E4F58F09FC4}">
      <dgm:prSet/>
      <dgm:spPr/>
      <dgm:t>
        <a:bodyPr/>
        <a:lstStyle/>
        <a:p>
          <a:r>
            <a:rPr lang="en-US">
              <a:solidFill>
                <a:schemeClr val="tx1"/>
              </a:solidFill>
            </a:rPr>
            <a:t>4. Traversal</a:t>
          </a:r>
          <a:endParaRPr lang="en-US" dirty="0">
            <a:solidFill>
              <a:schemeClr val="tx1"/>
            </a:solidFill>
          </a:endParaRPr>
        </a:p>
      </dgm:t>
    </dgm:pt>
    <dgm:pt modelId="{A1B63990-0584-4213-8E02-ACFF9E869F46}" type="parTrans" cxnId="{74D56369-AB2A-4853-ACC5-0C6BAB0C60E0}">
      <dgm:prSet/>
      <dgm:spPr/>
      <dgm:t>
        <a:bodyPr/>
        <a:lstStyle/>
        <a:p>
          <a:endParaRPr lang="en-US"/>
        </a:p>
      </dgm:t>
    </dgm:pt>
    <dgm:pt modelId="{631BB1C7-5EB2-4D60-A44D-BDBF55215C1C}" type="sibTrans" cxnId="{74D56369-AB2A-4853-ACC5-0C6BAB0C60E0}">
      <dgm:prSet/>
      <dgm:spPr/>
      <dgm:t>
        <a:bodyPr/>
        <a:lstStyle/>
        <a:p>
          <a:endParaRPr lang="en-US"/>
        </a:p>
      </dgm:t>
    </dgm:pt>
    <dgm:pt modelId="{A36AF157-0C5A-468E-AB7E-2D7BD58E5C6E}">
      <dgm:prSet/>
      <dgm:spPr/>
      <dgm:t>
        <a:bodyPr/>
        <a:lstStyle/>
        <a:p>
          <a:r>
            <a:rPr lang="en-US">
              <a:solidFill>
                <a:schemeClr val="tx1"/>
              </a:solidFill>
            </a:rPr>
            <a:t>5. Insertion </a:t>
          </a:r>
          <a:endParaRPr lang="en-US" dirty="0">
            <a:solidFill>
              <a:schemeClr val="tx1"/>
            </a:solidFill>
          </a:endParaRPr>
        </a:p>
      </dgm:t>
    </dgm:pt>
    <dgm:pt modelId="{4231EF25-56EF-4119-80D4-2DA38BE816BD}" type="parTrans" cxnId="{408361D0-0E80-467E-9615-8AE8010BC6E0}">
      <dgm:prSet/>
      <dgm:spPr/>
      <dgm:t>
        <a:bodyPr/>
        <a:lstStyle/>
        <a:p>
          <a:endParaRPr lang="en-US"/>
        </a:p>
      </dgm:t>
    </dgm:pt>
    <dgm:pt modelId="{94610372-A764-4B42-969F-2DF0BBA1634F}" type="sibTrans" cxnId="{408361D0-0E80-467E-9615-8AE8010BC6E0}">
      <dgm:prSet/>
      <dgm:spPr/>
      <dgm:t>
        <a:bodyPr/>
        <a:lstStyle/>
        <a:p>
          <a:endParaRPr lang="en-US"/>
        </a:p>
      </dgm:t>
    </dgm:pt>
    <dgm:pt modelId="{8A6A7E30-A8CF-486B-B8EE-88DEEA6E7D74}">
      <dgm:prSet/>
      <dgm:spPr/>
      <dgm:t>
        <a:bodyPr/>
        <a:lstStyle/>
        <a:p>
          <a:r>
            <a:rPr lang="en-US">
              <a:solidFill>
                <a:schemeClr val="tx1"/>
              </a:solidFill>
            </a:rPr>
            <a:t>6. Deletion </a:t>
          </a:r>
          <a:endParaRPr lang="en-US" dirty="0">
            <a:solidFill>
              <a:schemeClr val="tx1"/>
            </a:solidFill>
          </a:endParaRPr>
        </a:p>
      </dgm:t>
    </dgm:pt>
    <dgm:pt modelId="{E5A90279-CC74-40FC-933D-2867F052A049}" type="parTrans" cxnId="{D354413E-32B3-4A6F-B2C3-AE04826C5627}">
      <dgm:prSet/>
      <dgm:spPr/>
      <dgm:t>
        <a:bodyPr/>
        <a:lstStyle/>
        <a:p>
          <a:endParaRPr lang="en-US"/>
        </a:p>
      </dgm:t>
    </dgm:pt>
    <dgm:pt modelId="{85ECFF7E-19A8-4B33-ABEF-3528B646FB1D}" type="sibTrans" cxnId="{D354413E-32B3-4A6F-B2C3-AE04826C5627}">
      <dgm:prSet/>
      <dgm:spPr/>
      <dgm:t>
        <a:bodyPr/>
        <a:lstStyle/>
        <a:p>
          <a:endParaRPr lang="en-US"/>
        </a:p>
      </dgm:t>
    </dgm:pt>
    <dgm:pt modelId="{DAF600C7-9F03-4E68-B2E7-75C1967A8282}">
      <dgm:prSet/>
      <dgm:spPr/>
      <dgm:t>
        <a:bodyPr/>
        <a:lstStyle/>
        <a:p>
          <a:r>
            <a:rPr lang="en-US">
              <a:solidFill>
                <a:schemeClr val="tx1"/>
              </a:solidFill>
            </a:rPr>
            <a:t>7. Applications of Linked Lists &amp; Pointer Manipulation &amp; Common Errors</a:t>
          </a:r>
          <a:endParaRPr lang="en-US" dirty="0">
            <a:solidFill>
              <a:schemeClr val="tx1"/>
            </a:solidFill>
          </a:endParaRPr>
        </a:p>
      </dgm:t>
    </dgm:pt>
    <dgm:pt modelId="{04975228-3443-4FC6-B154-BCF51FE267C9}" type="parTrans" cxnId="{C0BF6289-9736-4B74-876F-72B3F1B1EC59}">
      <dgm:prSet/>
      <dgm:spPr/>
      <dgm:t>
        <a:bodyPr/>
        <a:lstStyle/>
        <a:p>
          <a:endParaRPr lang="en-US"/>
        </a:p>
      </dgm:t>
    </dgm:pt>
    <dgm:pt modelId="{C2675BA7-FED1-4623-B611-4B3A556D2770}" type="sibTrans" cxnId="{C0BF6289-9736-4B74-876F-72B3F1B1EC59}">
      <dgm:prSet/>
      <dgm:spPr/>
      <dgm:t>
        <a:bodyPr/>
        <a:lstStyle/>
        <a:p>
          <a:endParaRPr lang="en-US"/>
        </a:p>
      </dgm:t>
    </dgm:pt>
    <dgm:pt modelId="{F2F0060B-075A-4E31-87F5-BA806B4CC980}">
      <dgm:prSet/>
      <dgm:spPr/>
      <dgm:t>
        <a:bodyPr/>
        <a:lstStyle/>
        <a:p>
          <a:r>
            <a:rPr lang="en-US">
              <a:solidFill>
                <a:schemeClr val="tx1"/>
              </a:solidFill>
            </a:rPr>
            <a:t>8. Advantages and Disadvantages</a:t>
          </a:r>
          <a:endParaRPr lang="en-US" dirty="0">
            <a:solidFill>
              <a:schemeClr val="tx1"/>
            </a:solidFill>
          </a:endParaRPr>
        </a:p>
      </dgm:t>
    </dgm:pt>
    <dgm:pt modelId="{E0E280D1-A0BB-4109-98BF-2F7A389549D0}" type="parTrans" cxnId="{15219175-4CB9-4B40-8310-50150EDE5164}">
      <dgm:prSet/>
      <dgm:spPr/>
      <dgm:t>
        <a:bodyPr/>
        <a:lstStyle/>
        <a:p>
          <a:endParaRPr lang="en-US"/>
        </a:p>
      </dgm:t>
    </dgm:pt>
    <dgm:pt modelId="{B8D3CA3A-A3D8-4531-93B0-4A93E3818709}" type="sibTrans" cxnId="{15219175-4CB9-4B40-8310-50150EDE5164}">
      <dgm:prSet/>
      <dgm:spPr/>
      <dgm:t>
        <a:bodyPr/>
        <a:lstStyle/>
        <a:p>
          <a:endParaRPr lang="en-US"/>
        </a:p>
      </dgm:t>
    </dgm:pt>
    <dgm:pt modelId="{9906709B-FC37-4A62-8220-B2141244E717}">
      <dgm:prSet/>
      <dgm:spPr/>
      <dgm:t>
        <a:bodyPr/>
        <a:lstStyle/>
        <a:p>
          <a:r>
            <a:rPr lang="en-US">
              <a:solidFill>
                <a:schemeClr val="tx1"/>
              </a:solidFill>
            </a:rPr>
            <a:t>9. Project Overview and Source File</a:t>
          </a:r>
          <a:endParaRPr lang="en-US" dirty="0">
            <a:solidFill>
              <a:schemeClr val="tx1"/>
            </a:solidFill>
          </a:endParaRPr>
        </a:p>
      </dgm:t>
    </dgm:pt>
    <dgm:pt modelId="{C0B2F158-AC89-4B77-BEE3-64749F903287}" type="parTrans" cxnId="{E85F2009-2DDB-4FE4-A5CB-5F1732CB975E}">
      <dgm:prSet/>
      <dgm:spPr/>
      <dgm:t>
        <a:bodyPr/>
        <a:lstStyle/>
        <a:p>
          <a:endParaRPr lang="en-US"/>
        </a:p>
      </dgm:t>
    </dgm:pt>
    <dgm:pt modelId="{5B43AC39-4A0E-49DB-9143-6C5726F28324}" type="sibTrans" cxnId="{E85F2009-2DDB-4FE4-A5CB-5F1732CB975E}">
      <dgm:prSet/>
      <dgm:spPr/>
      <dgm:t>
        <a:bodyPr/>
        <a:lstStyle/>
        <a:p>
          <a:endParaRPr lang="en-US"/>
        </a:p>
      </dgm:t>
    </dgm:pt>
    <dgm:pt modelId="{7AEF3696-E8CE-470A-8DBB-8CB742C8B5B2}">
      <dgm:prSet/>
      <dgm:spPr/>
      <dgm:t>
        <a:bodyPr/>
        <a:lstStyle/>
        <a:p>
          <a:r>
            <a:rPr lang="en-US">
              <a:solidFill>
                <a:schemeClr val="tx1"/>
              </a:solidFill>
            </a:rPr>
            <a:t>10. Conclusion</a:t>
          </a:r>
          <a:endParaRPr lang="en-US" dirty="0">
            <a:solidFill>
              <a:schemeClr val="tx1"/>
            </a:solidFill>
          </a:endParaRPr>
        </a:p>
      </dgm:t>
    </dgm:pt>
    <dgm:pt modelId="{71DBFEF8-0B2A-44D6-BDEE-05BF30FE4BEA}" type="parTrans" cxnId="{832BE05F-3235-4179-B356-BFDEC6B7BF34}">
      <dgm:prSet/>
      <dgm:spPr/>
      <dgm:t>
        <a:bodyPr/>
        <a:lstStyle/>
        <a:p>
          <a:endParaRPr lang="en-US"/>
        </a:p>
      </dgm:t>
    </dgm:pt>
    <dgm:pt modelId="{AB89F718-0616-4C17-A5FE-6B5F1A661485}" type="sibTrans" cxnId="{832BE05F-3235-4179-B356-BFDEC6B7BF34}">
      <dgm:prSet/>
      <dgm:spPr/>
      <dgm:t>
        <a:bodyPr/>
        <a:lstStyle/>
        <a:p>
          <a:endParaRPr lang="en-US"/>
        </a:p>
      </dgm:t>
    </dgm:pt>
    <dgm:pt modelId="{7822A8B2-64CB-4C1D-A9BE-F946EFA198A5}">
      <dgm:prSet/>
      <dgm:spPr/>
      <dgm:t>
        <a:bodyPr/>
        <a:lstStyle/>
        <a:p>
          <a:r>
            <a:rPr lang="en-US">
              <a:solidFill>
                <a:schemeClr val="tx1"/>
              </a:solidFill>
            </a:rPr>
            <a:t>12. Group Members</a:t>
          </a:r>
          <a:endParaRPr lang="en-US" dirty="0">
            <a:solidFill>
              <a:schemeClr val="tx1"/>
            </a:solidFill>
          </a:endParaRPr>
        </a:p>
      </dgm:t>
    </dgm:pt>
    <dgm:pt modelId="{249110FF-135D-40A9-B919-C3C528144074}" type="parTrans" cxnId="{C66422FC-F954-4E00-AB1D-777C089DD2BE}">
      <dgm:prSet/>
      <dgm:spPr/>
      <dgm:t>
        <a:bodyPr/>
        <a:lstStyle/>
        <a:p>
          <a:endParaRPr lang="en-US"/>
        </a:p>
      </dgm:t>
    </dgm:pt>
    <dgm:pt modelId="{B49FAA40-6C4A-497E-93A7-48CF27BB2C3C}" type="sibTrans" cxnId="{C66422FC-F954-4E00-AB1D-777C089DD2BE}">
      <dgm:prSet/>
      <dgm:spPr/>
      <dgm:t>
        <a:bodyPr/>
        <a:lstStyle/>
        <a:p>
          <a:endParaRPr lang="en-US"/>
        </a:p>
      </dgm:t>
    </dgm:pt>
    <dgm:pt modelId="{52256B92-B97D-4B2E-8DC4-E986A0C18569}">
      <dgm:prSet phldrT="[Text]" phldr="0"/>
      <dgm:spPr/>
      <dgm:t>
        <a:bodyPr/>
        <a:lstStyle/>
        <a:p>
          <a:r>
            <a:rPr lang="en-ZA">
              <a:solidFill>
                <a:schemeClr val="tx1"/>
              </a:solidFill>
            </a:rPr>
            <a:t>11. References</a:t>
          </a:r>
          <a:endParaRPr lang="en-ZA" dirty="0">
            <a:solidFill>
              <a:schemeClr val="tx1"/>
            </a:solidFill>
          </a:endParaRPr>
        </a:p>
      </dgm:t>
    </dgm:pt>
    <dgm:pt modelId="{61FCD4A9-5FFC-4FBD-8366-BE99A5E29334}" type="parTrans" cxnId="{A8D6AD9F-9084-465C-A926-64CDF36458A0}">
      <dgm:prSet/>
      <dgm:spPr/>
      <dgm:t>
        <a:bodyPr/>
        <a:lstStyle/>
        <a:p>
          <a:endParaRPr lang="en-ZA"/>
        </a:p>
      </dgm:t>
    </dgm:pt>
    <dgm:pt modelId="{324F4278-BE5E-4239-8E6A-754292C82557}" type="sibTrans" cxnId="{A8D6AD9F-9084-465C-A926-64CDF36458A0}">
      <dgm:prSet/>
      <dgm:spPr/>
      <dgm:t>
        <a:bodyPr/>
        <a:lstStyle/>
        <a:p>
          <a:endParaRPr lang="en-ZA"/>
        </a:p>
      </dgm:t>
    </dgm:pt>
    <dgm:pt modelId="{191E3B23-A68F-49F6-8DDA-485880D74D5C}" type="pres">
      <dgm:prSet presAssocID="{93A8F69C-CACA-47F5-AD01-A4CA20BCFFB1}" presName="vert0" presStyleCnt="0">
        <dgm:presLayoutVars>
          <dgm:dir/>
          <dgm:animOne val="branch"/>
          <dgm:animLvl val="lvl"/>
        </dgm:presLayoutVars>
      </dgm:prSet>
      <dgm:spPr/>
    </dgm:pt>
    <dgm:pt modelId="{734E609B-71E3-4172-9EC7-C8A6186372BD}" type="pres">
      <dgm:prSet presAssocID="{AD792C2E-A348-463A-A6EF-6E0360D299D0}" presName="thickLine" presStyleLbl="alignNode1" presStyleIdx="0" presStyleCnt="12"/>
      <dgm:spPr/>
    </dgm:pt>
    <dgm:pt modelId="{D631F37E-104C-4016-8D48-D350AC47EB64}" type="pres">
      <dgm:prSet presAssocID="{AD792C2E-A348-463A-A6EF-6E0360D299D0}" presName="horz1" presStyleCnt="0"/>
      <dgm:spPr/>
    </dgm:pt>
    <dgm:pt modelId="{FDD29974-EC55-43E7-9209-131CD2A63342}" type="pres">
      <dgm:prSet presAssocID="{AD792C2E-A348-463A-A6EF-6E0360D299D0}" presName="tx1" presStyleLbl="revTx" presStyleIdx="0" presStyleCnt="12"/>
      <dgm:spPr/>
    </dgm:pt>
    <dgm:pt modelId="{9BA07D55-E32D-4FDE-8565-E4A770CCF852}" type="pres">
      <dgm:prSet presAssocID="{AD792C2E-A348-463A-A6EF-6E0360D299D0}" presName="vert1" presStyleCnt="0"/>
      <dgm:spPr/>
    </dgm:pt>
    <dgm:pt modelId="{4B36FEC5-94E1-4501-B5F4-82458FAC0A34}" type="pres">
      <dgm:prSet presAssocID="{5877772F-DCC7-4353-847D-847D47A7B0D3}" presName="thickLine" presStyleLbl="alignNode1" presStyleIdx="1" presStyleCnt="12"/>
      <dgm:spPr/>
    </dgm:pt>
    <dgm:pt modelId="{36CA0506-49FC-4318-B1A3-B7D46F9D457E}" type="pres">
      <dgm:prSet presAssocID="{5877772F-DCC7-4353-847D-847D47A7B0D3}" presName="horz1" presStyleCnt="0"/>
      <dgm:spPr/>
    </dgm:pt>
    <dgm:pt modelId="{881F7F3B-140E-4C33-8BC1-C5C75525F7E0}" type="pres">
      <dgm:prSet presAssocID="{5877772F-DCC7-4353-847D-847D47A7B0D3}" presName="tx1" presStyleLbl="revTx" presStyleIdx="1" presStyleCnt="12"/>
      <dgm:spPr/>
    </dgm:pt>
    <dgm:pt modelId="{BCD6E608-836C-440E-91CD-238082C1D31C}" type="pres">
      <dgm:prSet presAssocID="{5877772F-DCC7-4353-847D-847D47A7B0D3}" presName="vert1" presStyleCnt="0"/>
      <dgm:spPr/>
    </dgm:pt>
    <dgm:pt modelId="{C0428263-3B39-466E-AAAE-45A8DF0EEE6C}" type="pres">
      <dgm:prSet presAssocID="{C9489F76-DFA0-415D-88C7-EE93FEE137C5}" presName="thickLine" presStyleLbl="alignNode1" presStyleIdx="2" presStyleCnt="12"/>
      <dgm:spPr/>
    </dgm:pt>
    <dgm:pt modelId="{76C04D71-9316-4EC2-9E4A-067B62A69101}" type="pres">
      <dgm:prSet presAssocID="{C9489F76-DFA0-415D-88C7-EE93FEE137C5}" presName="horz1" presStyleCnt="0"/>
      <dgm:spPr/>
    </dgm:pt>
    <dgm:pt modelId="{1EF89A7F-60BE-47F7-AD4F-6FD5D4A02892}" type="pres">
      <dgm:prSet presAssocID="{C9489F76-DFA0-415D-88C7-EE93FEE137C5}" presName="tx1" presStyleLbl="revTx" presStyleIdx="2" presStyleCnt="12"/>
      <dgm:spPr/>
    </dgm:pt>
    <dgm:pt modelId="{F39C134C-E65A-4436-92AA-BDCCC3731703}" type="pres">
      <dgm:prSet presAssocID="{C9489F76-DFA0-415D-88C7-EE93FEE137C5}" presName="vert1" presStyleCnt="0"/>
      <dgm:spPr/>
    </dgm:pt>
    <dgm:pt modelId="{9983FA78-C762-4BE7-8316-CD0173113B84}" type="pres">
      <dgm:prSet presAssocID="{3BBB19D5-3751-4D54-814C-9E4F58F09FC4}" presName="thickLine" presStyleLbl="alignNode1" presStyleIdx="3" presStyleCnt="12"/>
      <dgm:spPr/>
    </dgm:pt>
    <dgm:pt modelId="{16135F95-6E43-4BFC-A2E4-964F14423E45}" type="pres">
      <dgm:prSet presAssocID="{3BBB19D5-3751-4D54-814C-9E4F58F09FC4}" presName="horz1" presStyleCnt="0"/>
      <dgm:spPr/>
    </dgm:pt>
    <dgm:pt modelId="{94F37424-4EB9-41E9-8A7A-7C43688D0EA5}" type="pres">
      <dgm:prSet presAssocID="{3BBB19D5-3751-4D54-814C-9E4F58F09FC4}" presName="tx1" presStyleLbl="revTx" presStyleIdx="3" presStyleCnt="12"/>
      <dgm:spPr/>
    </dgm:pt>
    <dgm:pt modelId="{46644DBE-A8A0-48DF-89B4-0B402FED5004}" type="pres">
      <dgm:prSet presAssocID="{3BBB19D5-3751-4D54-814C-9E4F58F09FC4}" presName="vert1" presStyleCnt="0"/>
      <dgm:spPr/>
    </dgm:pt>
    <dgm:pt modelId="{E25C6DF0-18A6-464B-9F67-DB4B3AF0D2B1}" type="pres">
      <dgm:prSet presAssocID="{A36AF157-0C5A-468E-AB7E-2D7BD58E5C6E}" presName="thickLine" presStyleLbl="alignNode1" presStyleIdx="4" presStyleCnt="12"/>
      <dgm:spPr/>
    </dgm:pt>
    <dgm:pt modelId="{4C809E4B-8733-4CC9-8408-AF59E420361F}" type="pres">
      <dgm:prSet presAssocID="{A36AF157-0C5A-468E-AB7E-2D7BD58E5C6E}" presName="horz1" presStyleCnt="0"/>
      <dgm:spPr/>
    </dgm:pt>
    <dgm:pt modelId="{0BB88569-39B9-4014-AD96-28D2E1293222}" type="pres">
      <dgm:prSet presAssocID="{A36AF157-0C5A-468E-AB7E-2D7BD58E5C6E}" presName="tx1" presStyleLbl="revTx" presStyleIdx="4" presStyleCnt="12"/>
      <dgm:spPr/>
    </dgm:pt>
    <dgm:pt modelId="{9C26927F-730B-42A1-BE16-7F1D1C523558}" type="pres">
      <dgm:prSet presAssocID="{A36AF157-0C5A-468E-AB7E-2D7BD58E5C6E}" presName="vert1" presStyleCnt="0"/>
      <dgm:spPr/>
    </dgm:pt>
    <dgm:pt modelId="{F3F903F9-F909-40B3-9B4A-C45316AE785F}" type="pres">
      <dgm:prSet presAssocID="{8A6A7E30-A8CF-486B-B8EE-88DEEA6E7D74}" presName="thickLine" presStyleLbl="alignNode1" presStyleIdx="5" presStyleCnt="12"/>
      <dgm:spPr/>
    </dgm:pt>
    <dgm:pt modelId="{FDB4E06F-77F7-49A3-9471-A8C7D62B67AD}" type="pres">
      <dgm:prSet presAssocID="{8A6A7E30-A8CF-486B-B8EE-88DEEA6E7D74}" presName="horz1" presStyleCnt="0"/>
      <dgm:spPr/>
    </dgm:pt>
    <dgm:pt modelId="{59B39A84-5959-4CAF-B0E2-EE37677E38BD}" type="pres">
      <dgm:prSet presAssocID="{8A6A7E30-A8CF-486B-B8EE-88DEEA6E7D74}" presName="tx1" presStyleLbl="revTx" presStyleIdx="5" presStyleCnt="12"/>
      <dgm:spPr/>
    </dgm:pt>
    <dgm:pt modelId="{8750F930-9E1C-405F-8CF7-F2B6FC2A238A}" type="pres">
      <dgm:prSet presAssocID="{8A6A7E30-A8CF-486B-B8EE-88DEEA6E7D74}" presName="vert1" presStyleCnt="0"/>
      <dgm:spPr/>
    </dgm:pt>
    <dgm:pt modelId="{7C733ACB-236E-4443-9004-3170FC87DA95}" type="pres">
      <dgm:prSet presAssocID="{DAF600C7-9F03-4E68-B2E7-75C1967A8282}" presName="thickLine" presStyleLbl="alignNode1" presStyleIdx="6" presStyleCnt="12"/>
      <dgm:spPr/>
    </dgm:pt>
    <dgm:pt modelId="{EF425757-AA58-4679-8101-2709D17A2D60}" type="pres">
      <dgm:prSet presAssocID="{DAF600C7-9F03-4E68-B2E7-75C1967A8282}" presName="horz1" presStyleCnt="0"/>
      <dgm:spPr/>
    </dgm:pt>
    <dgm:pt modelId="{E08C3EEA-6B11-416F-BE7F-FE404EF951E1}" type="pres">
      <dgm:prSet presAssocID="{DAF600C7-9F03-4E68-B2E7-75C1967A8282}" presName="tx1" presStyleLbl="revTx" presStyleIdx="6" presStyleCnt="12"/>
      <dgm:spPr/>
    </dgm:pt>
    <dgm:pt modelId="{7B8CB270-CB7D-4CFE-A849-283FD5D48DE4}" type="pres">
      <dgm:prSet presAssocID="{DAF600C7-9F03-4E68-B2E7-75C1967A8282}" presName="vert1" presStyleCnt="0"/>
      <dgm:spPr/>
    </dgm:pt>
    <dgm:pt modelId="{C50348D3-E2EB-4AFA-B1F9-4F3D6C7064DE}" type="pres">
      <dgm:prSet presAssocID="{F2F0060B-075A-4E31-87F5-BA806B4CC980}" presName="thickLine" presStyleLbl="alignNode1" presStyleIdx="7" presStyleCnt="12"/>
      <dgm:spPr/>
    </dgm:pt>
    <dgm:pt modelId="{A76ED265-F368-454B-8587-385B3FFE23FE}" type="pres">
      <dgm:prSet presAssocID="{F2F0060B-075A-4E31-87F5-BA806B4CC980}" presName="horz1" presStyleCnt="0"/>
      <dgm:spPr/>
    </dgm:pt>
    <dgm:pt modelId="{EFDC2EC8-DC37-4407-82BA-352B3648E2DC}" type="pres">
      <dgm:prSet presAssocID="{F2F0060B-075A-4E31-87F5-BA806B4CC980}" presName="tx1" presStyleLbl="revTx" presStyleIdx="7" presStyleCnt="12"/>
      <dgm:spPr/>
    </dgm:pt>
    <dgm:pt modelId="{A6CD4134-679D-4347-B6DB-3D6DC0164935}" type="pres">
      <dgm:prSet presAssocID="{F2F0060B-075A-4E31-87F5-BA806B4CC980}" presName="vert1" presStyleCnt="0"/>
      <dgm:spPr/>
    </dgm:pt>
    <dgm:pt modelId="{24441C44-402B-43F9-B638-88DBD3600A9F}" type="pres">
      <dgm:prSet presAssocID="{9906709B-FC37-4A62-8220-B2141244E717}" presName="thickLine" presStyleLbl="alignNode1" presStyleIdx="8" presStyleCnt="12"/>
      <dgm:spPr/>
    </dgm:pt>
    <dgm:pt modelId="{D618A80E-8DE8-4DE5-975D-366A1ACA6CCF}" type="pres">
      <dgm:prSet presAssocID="{9906709B-FC37-4A62-8220-B2141244E717}" presName="horz1" presStyleCnt="0"/>
      <dgm:spPr/>
    </dgm:pt>
    <dgm:pt modelId="{378CCAAC-437E-41A8-8D05-4729DC25335F}" type="pres">
      <dgm:prSet presAssocID="{9906709B-FC37-4A62-8220-B2141244E717}" presName="tx1" presStyleLbl="revTx" presStyleIdx="8" presStyleCnt="12"/>
      <dgm:spPr/>
    </dgm:pt>
    <dgm:pt modelId="{5A111B1C-4856-4BF8-BB64-C4DC86B8FB3F}" type="pres">
      <dgm:prSet presAssocID="{9906709B-FC37-4A62-8220-B2141244E717}" presName="vert1" presStyleCnt="0"/>
      <dgm:spPr/>
    </dgm:pt>
    <dgm:pt modelId="{E44F1D4B-07F4-4348-A366-004D740A3632}" type="pres">
      <dgm:prSet presAssocID="{7AEF3696-E8CE-470A-8DBB-8CB742C8B5B2}" presName="thickLine" presStyleLbl="alignNode1" presStyleIdx="9" presStyleCnt="12"/>
      <dgm:spPr/>
    </dgm:pt>
    <dgm:pt modelId="{D6EC687F-0750-48EA-AB8D-E8513F189A17}" type="pres">
      <dgm:prSet presAssocID="{7AEF3696-E8CE-470A-8DBB-8CB742C8B5B2}" presName="horz1" presStyleCnt="0"/>
      <dgm:spPr/>
    </dgm:pt>
    <dgm:pt modelId="{269770D6-6554-4833-BE9C-4BF4D595497D}" type="pres">
      <dgm:prSet presAssocID="{7AEF3696-E8CE-470A-8DBB-8CB742C8B5B2}" presName="tx1" presStyleLbl="revTx" presStyleIdx="9" presStyleCnt="12"/>
      <dgm:spPr/>
    </dgm:pt>
    <dgm:pt modelId="{F9EA70B8-573B-422A-9366-7E742F81568B}" type="pres">
      <dgm:prSet presAssocID="{7AEF3696-E8CE-470A-8DBB-8CB742C8B5B2}" presName="vert1" presStyleCnt="0"/>
      <dgm:spPr/>
    </dgm:pt>
    <dgm:pt modelId="{09072C32-CF55-432F-99AA-E06E50838C8D}" type="pres">
      <dgm:prSet presAssocID="{52256B92-B97D-4B2E-8DC4-E986A0C18569}" presName="thickLine" presStyleLbl="alignNode1" presStyleIdx="10" presStyleCnt="12"/>
      <dgm:spPr/>
    </dgm:pt>
    <dgm:pt modelId="{292840FA-868D-438A-82DD-64CD1AC917E9}" type="pres">
      <dgm:prSet presAssocID="{52256B92-B97D-4B2E-8DC4-E986A0C18569}" presName="horz1" presStyleCnt="0"/>
      <dgm:spPr/>
    </dgm:pt>
    <dgm:pt modelId="{814ED034-9A74-4217-AF16-69E9AF3D1F34}" type="pres">
      <dgm:prSet presAssocID="{52256B92-B97D-4B2E-8DC4-E986A0C18569}" presName="tx1" presStyleLbl="revTx" presStyleIdx="10" presStyleCnt="12"/>
      <dgm:spPr/>
    </dgm:pt>
    <dgm:pt modelId="{1BDF0EDD-21AF-4213-9EB7-43A79DA7A5EF}" type="pres">
      <dgm:prSet presAssocID="{52256B92-B97D-4B2E-8DC4-E986A0C18569}" presName="vert1" presStyleCnt="0"/>
      <dgm:spPr/>
    </dgm:pt>
    <dgm:pt modelId="{0723930E-AF7E-49BE-9A72-4BE086CA5191}" type="pres">
      <dgm:prSet presAssocID="{7822A8B2-64CB-4C1D-A9BE-F946EFA198A5}" presName="thickLine" presStyleLbl="alignNode1" presStyleIdx="11" presStyleCnt="12"/>
      <dgm:spPr/>
    </dgm:pt>
    <dgm:pt modelId="{EBFD0DB4-A3DA-4EFA-A9C9-BAB70595EC03}" type="pres">
      <dgm:prSet presAssocID="{7822A8B2-64CB-4C1D-A9BE-F946EFA198A5}" presName="horz1" presStyleCnt="0"/>
      <dgm:spPr/>
    </dgm:pt>
    <dgm:pt modelId="{8B0FD5B3-8C0D-4C02-A887-5E3AFA6E64FB}" type="pres">
      <dgm:prSet presAssocID="{7822A8B2-64CB-4C1D-A9BE-F946EFA198A5}" presName="tx1" presStyleLbl="revTx" presStyleIdx="11" presStyleCnt="12"/>
      <dgm:spPr/>
    </dgm:pt>
    <dgm:pt modelId="{C4547841-EF48-4612-9B9C-D90D2181A0B2}" type="pres">
      <dgm:prSet presAssocID="{7822A8B2-64CB-4C1D-A9BE-F946EFA198A5}" presName="vert1" presStyleCnt="0"/>
      <dgm:spPr/>
    </dgm:pt>
  </dgm:ptLst>
  <dgm:cxnLst>
    <dgm:cxn modelId="{D2C8C201-B709-46EC-AC96-05CA8A57A950}" type="presOf" srcId="{DAF600C7-9F03-4E68-B2E7-75C1967A8282}" destId="{E08C3EEA-6B11-416F-BE7F-FE404EF951E1}" srcOrd="0" destOrd="0" presId="urn:microsoft.com/office/officeart/2008/layout/LinedList"/>
    <dgm:cxn modelId="{E85F2009-2DDB-4FE4-A5CB-5F1732CB975E}" srcId="{93A8F69C-CACA-47F5-AD01-A4CA20BCFFB1}" destId="{9906709B-FC37-4A62-8220-B2141244E717}" srcOrd="8" destOrd="0" parTransId="{C0B2F158-AC89-4B77-BEE3-64749F903287}" sibTransId="{5B43AC39-4A0E-49DB-9143-6C5726F28324}"/>
    <dgm:cxn modelId="{6EF32315-60B3-4B63-9998-BED9CA742DF1}" type="presOf" srcId="{3BBB19D5-3751-4D54-814C-9E4F58F09FC4}" destId="{94F37424-4EB9-41E9-8A7A-7C43688D0EA5}" srcOrd="0" destOrd="0" presId="urn:microsoft.com/office/officeart/2008/layout/LinedList"/>
    <dgm:cxn modelId="{3D1BE715-C97B-4890-8F84-E1573016AAF9}" type="presOf" srcId="{8A6A7E30-A8CF-486B-B8EE-88DEEA6E7D74}" destId="{59B39A84-5959-4CAF-B0E2-EE37677E38BD}" srcOrd="0" destOrd="0" presId="urn:microsoft.com/office/officeart/2008/layout/LinedList"/>
    <dgm:cxn modelId="{8A467B28-7962-4D42-9EB5-C8B88A15AECB}" srcId="{93A8F69C-CACA-47F5-AD01-A4CA20BCFFB1}" destId="{C9489F76-DFA0-415D-88C7-EE93FEE137C5}" srcOrd="2" destOrd="0" parTransId="{069E7DAF-0543-45CC-959C-5D05C368575A}" sibTransId="{D6EBE321-A75B-4751-9131-63C09B9FC489}"/>
    <dgm:cxn modelId="{1AA8DA2A-2F29-43C7-A324-A01EBD9F2294}" type="presOf" srcId="{9906709B-FC37-4A62-8220-B2141244E717}" destId="{378CCAAC-437E-41A8-8D05-4729DC25335F}" srcOrd="0" destOrd="0" presId="urn:microsoft.com/office/officeart/2008/layout/LinedList"/>
    <dgm:cxn modelId="{2F3D5F37-3053-4DCC-AF12-7F93DB36D826}" type="presOf" srcId="{A36AF157-0C5A-468E-AB7E-2D7BD58E5C6E}" destId="{0BB88569-39B9-4014-AD96-28D2E1293222}" srcOrd="0" destOrd="0" presId="urn:microsoft.com/office/officeart/2008/layout/LinedList"/>
    <dgm:cxn modelId="{F395423A-B5B9-48E6-BE12-F42E136DCA76}" type="presOf" srcId="{F2F0060B-075A-4E31-87F5-BA806B4CC980}" destId="{EFDC2EC8-DC37-4407-82BA-352B3648E2DC}" srcOrd="0" destOrd="0" presId="urn:microsoft.com/office/officeart/2008/layout/LinedList"/>
    <dgm:cxn modelId="{D354413E-32B3-4A6F-B2C3-AE04826C5627}" srcId="{93A8F69C-CACA-47F5-AD01-A4CA20BCFFB1}" destId="{8A6A7E30-A8CF-486B-B8EE-88DEEA6E7D74}" srcOrd="5" destOrd="0" parTransId="{E5A90279-CC74-40FC-933D-2867F052A049}" sibTransId="{85ECFF7E-19A8-4B33-ABEF-3528B646FB1D}"/>
    <dgm:cxn modelId="{832BE05F-3235-4179-B356-BFDEC6B7BF34}" srcId="{93A8F69C-CACA-47F5-AD01-A4CA20BCFFB1}" destId="{7AEF3696-E8CE-470A-8DBB-8CB742C8B5B2}" srcOrd="9" destOrd="0" parTransId="{71DBFEF8-0B2A-44D6-BDEE-05BF30FE4BEA}" sibTransId="{AB89F718-0616-4C17-A5FE-6B5F1A661485}"/>
    <dgm:cxn modelId="{587A8248-6FDA-4D88-9FA0-7B842945216E}" type="presOf" srcId="{93A8F69C-CACA-47F5-AD01-A4CA20BCFFB1}" destId="{191E3B23-A68F-49F6-8DDA-485880D74D5C}" srcOrd="0" destOrd="0" presId="urn:microsoft.com/office/officeart/2008/layout/LinedList"/>
    <dgm:cxn modelId="{74D56369-AB2A-4853-ACC5-0C6BAB0C60E0}" srcId="{93A8F69C-CACA-47F5-AD01-A4CA20BCFFB1}" destId="{3BBB19D5-3751-4D54-814C-9E4F58F09FC4}" srcOrd="3" destOrd="0" parTransId="{A1B63990-0584-4213-8E02-ACFF9E869F46}" sibTransId="{631BB1C7-5EB2-4D60-A44D-BDBF55215C1C}"/>
    <dgm:cxn modelId="{5AC68A6C-B752-49AE-BAA6-307744E1EB45}" type="presOf" srcId="{7AEF3696-E8CE-470A-8DBB-8CB742C8B5B2}" destId="{269770D6-6554-4833-BE9C-4BF4D595497D}" srcOrd="0" destOrd="0" presId="urn:microsoft.com/office/officeart/2008/layout/LinedList"/>
    <dgm:cxn modelId="{15219175-4CB9-4B40-8310-50150EDE5164}" srcId="{93A8F69C-CACA-47F5-AD01-A4CA20BCFFB1}" destId="{F2F0060B-075A-4E31-87F5-BA806B4CC980}" srcOrd="7" destOrd="0" parTransId="{E0E280D1-A0BB-4109-98BF-2F7A389549D0}" sibTransId="{B8D3CA3A-A3D8-4531-93B0-4A93E3818709}"/>
    <dgm:cxn modelId="{1E051857-9A94-4559-92DF-26D7F2B7AFC9}" srcId="{93A8F69C-CACA-47F5-AD01-A4CA20BCFFB1}" destId="{5877772F-DCC7-4353-847D-847D47A7B0D3}" srcOrd="1" destOrd="0" parTransId="{30B7EE6C-8F43-479D-B0A5-66465429ADAF}" sibTransId="{3187102A-FF32-4363-8B30-36001CC12AB6}"/>
    <dgm:cxn modelId="{1531F478-AF94-49CD-97E6-87BC5B9230F4}" type="presOf" srcId="{52256B92-B97D-4B2E-8DC4-E986A0C18569}" destId="{814ED034-9A74-4217-AF16-69E9AF3D1F34}" srcOrd="0" destOrd="0" presId="urn:microsoft.com/office/officeart/2008/layout/LinedList"/>
    <dgm:cxn modelId="{C5D10382-EAC1-41FE-99EB-E014ACA3F11C}" type="presOf" srcId="{C9489F76-DFA0-415D-88C7-EE93FEE137C5}" destId="{1EF89A7F-60BE-47F7-AD4F-6FD5D4A02892}" srcOrd="0" destOrd="0" presId="urn:microsoft.com/office/officeart/2008/layout/LinedList"/>
    <dgm:cxn modelId="{C0BF6289-9736-4B74-876F-72B3F1B1EC59}" srcId="{93A8F69C-CACA-47F5-AD01-A4CA20BCFFB1}" destId="{DAF600C7-9F03-4E68-B2E7-75C1967A8282}" srcOrd="6" destOrd="0" parTransId="{04975228-3443-4FC6-B154-BCF51FE267C9}" sibTransId="{C2675BA7-FED1-4623-B611-4B3A556D2770}"/>
    <dgm:cxn modelId="{60C6148F-13B0-4BB4-A29A-3ACF82E9CEA5}" type="presOf" srcId="{7822A8B2-64CB-4C1D-A9BE-F946EFA198A5}" destId="{8B0FD5B3-8C0D-4C02-A887-5E3AFA6E64FB}" srcOrd="0" destOrd="0" presId="urn:microsoft.com/office/officeart/2008/layout/LinedList"/>
    <dgm:cxn modelId="{6579609E-4658-4A91-BCD2-F7A4CBB76CFE}" type="presOf" srcId="{5877772F-DCC7-4353-847D-847D47A7B0D3}" destId="{881F7F3B-140E-4C33-8BC1-C5C75525F7E0}" srcOrd="0" destOrd="0" presId="urn:microsoft.com/office/officeart/2008/layout/LinedList"/>
    <dgm:cxn modelId="{A8D6AD9F-9084-465C-A926-64CDF36458A0}" srcId="{93A8F69C-CACA-47F5-AD01-A4CA20BCFFB1}" destId="{52256B92-B97D-4B2E-8DC4-E986A0C18569}" srcOrd="10" destOrd="0" parTransId="{61FCD4A9-5FFC-4FBD-8366-BE99A5E29334}" sibTransId="{324F4278-BE5E-4239-8E6A-754292C82557}"/>
    <dgm:cxn modelId="{67327AAF-7840-457F-9C48-10DDB76BAC3B}" srcId="{93A8F69C-CACA-47F5-AD01-A4CA20BCFFB1}" destId="{AD792C2E-A348-463A-A6EF-6E0360D299D0}" srcOrd="0" destOrd="0" parTransId="{5F295807-A383-4DC7-B7AE-4FC7EA516062}" sibTransId="{D4F1B2D6-DEF3-41A4-9995-070C33AABECD}"/>
    <dgm:cxn modelId="{A7FF3DC2-3458-44F7-839E-8584B7A1C09F}" type="presOf" srcId="{AD792C2E-A348-463A-A6EF-6E0360D299D0}" destId="{FDD29974-EC55-43E7-9209-131CD2A63342}" srcOrd="0" destOrd="0" presId="urn:microsoft.com/office/officeart/2008/layout/LinedList"/>
    <dgm:cxn modelId="{408361D0-0E80-467E-9615-8AE8010BC6E0}" srcId="{93A8F69C-CACA-47F5-AD01-A4CA20BCFFB1}" destId="{A36AF157-0C5A-468E-AB7E-2D7BD58E5C6E}" srcOrd="4" destOrd="0" parTransId="{4231EF25-56EF-4119-80D4-2DA38BE816BD}" sibTransId="{94610372-A764-4B42-969F-2DF0BBA1634F}"/>
    <dgm:cxn modelId="{C66422FC-F954-4E00-AB1D-777C089DD2BE}" srcId="{93A8F69C-CACA-47F5-AD01-A4CA20BCFFB1}" destId="{7822A8B2-64CB-4C1D-A9BE-F946EFA198A5}" srcOrd="11" destOrd="0" parTransId="{249110FF-135D-40A9-B919-C3C528144074}" sibTransId="{B49FAA40-6C4A-497E-93A7-48CF27BB2C3C}"/>
    <dgm:cxn modelId="{E5119CA1-285F-496F-AA51-CA78DBFD06E4}" type="presParOf" srcId="{191E3B23-A68F-49F6-8DDA-485880D74D5C}" destId="{734E609B-71E3-4172-9EC7-C8A6186372BD}" srcOrd="0" destOrd="0" presId="urn:microsoft.com/office/officeart/2008/layout/LinedList"/>
    <dgm:cxn modelId="{7C58E716-B12E-44C1-9748-F424CA7608DA}" type="presParOf" srcId="{191E3B23-A68F-49F6-8DDA-485880D74D5C}" destId="{D631F37E-104C-4016-8D48-D350AC47EB64}" srcOrd="1" destOrd="0" presId="urn:microsoft.com/office/officeart/2008/layout/LinedList"/>
    <dgm:cxn modelId="{72A6759B-8BE7-4053-8231-815DC5A5373C}" type="presParOf" srcId="{D631F37E-104C-4016-8D48-D350AC47EB64}" destId="{FDD29974-EC55-43E7-9209-131CD2A63342}" srcOrd="0" destOrd="0" presId="urn:microsoft.com/office/officeart/2008/layout/LinedList"/>
    <dgm:cxn modelId="{B53F9CB9-C287-42FE-B35C-95E472424493}" type="presParOf" srcId="{D631F37E-104C-4016-8D48-D350AC47EB64}" destId="{9BA07D55-E32D-4FDE-8565-E4A770CCF852}" srcOrd="1" destOrd="0" presId="urn:microsoft.com/office/officeart/2008/layout/LinedList"/>
    <dgm:cxn modelId="{974F937F-6C03-4D63-9E8F-8D2171EA1E43}" type="presParOf" srcId="{191E3B23-A68F-49F6-8DDA-485880D74D5C}" destId="{4B36FEC5-94E1-4501-B5F4-82458FAC0A34}" srcOrd="2" destOrd="0" presId="urn:microsoft.com/office/officeart/2008/layout/LinedList"/>
    <dgm:cxn modelId="{10E09494-8B1C-4BBA-806C-C33346F6C511}" type="presParOf" srcId="{191E3B23-A68F-49F6-8DDA-485880D74D5C}" destId="{36CA0506-49FC-4318-B1A3-B7D46F9D457E}" srcOrd="3" destOrd="0" presId="urn:microsoft.com/office/officeart/2008/layout/LinedList"/>
    <dgm:cxn modelId="{E5B5AD0D-EE32-4405-B920-A6520590B90E}" type="presParOf" srcId="{36CA0506-49FC-4318-B1A3-B7D46F9D457E}" destId="{881F7F3B-140E-4C33-8BC1-C5C75525F7E0}" srcOrd="0" destOrd="0" presId="urn:microsoft.com/office/officeart/2008/layout/LinedList"/>
    <dgm:cxn modelId="{6618B123-CE51-4BC8-966E-3A51EA407B8F}" type="presParOf" srcId="{36CA0506-49FC-4318-B1A3-B7D46F9D457E}" destId="{BCD6E608-836C-440E-91CD-238082C1D31C}" srcOrd="1" destOrd="0" presId="urn:microsoft.com/office/officeart/2008/layout/LinedList"/>
    <dgm:cxn modelId="{D9DED965-01A2-4995-965A-A3959F5FA7AB}" type="presParOf" srcId="{191E3B23-A68F-49F6-8DDA-485880D74D5C}" destId="{C0428263-3B39-466E-AAAE-45A8DF0EEE6C}" srcOrd="4" destOrd="0" presId="urn:microsoft.com/office/officeart/2008/layout/LinedList"/>
    <dgm:cxn modelId="{07075B38-3171-448B-B295-E6AF6290ECE4}" type="presParOf" srcId="{191E3B23-A68F-49F6-8DDA-485880D74D5C}" destId="{76C04D71-9316-4EC2-9E4A-067B62A69101}" srcOrd="5" destOrd="0" presId="urn:microsoft.com/office/officeart/2008/layout/LinedList"/>
    <dgm:cxn modelId="{3F1CA216-0870-4126-BD9F-BF674D426EC5}" type="presParOf" srcId="{76C04D71-9316-4EC2-9E4A-067B62A69101}" destId="{1EF89A7F-60BE-47F7-AD4F-6FD5D4A02892}" srcOrd="0" destOrd="0" presId="urn:microsoft.com/office/officeart/2008/layout/LinedList"/>
    <dgm:cxn modelId="{AEB4E715-FE54-44DA-9F56-5D7B4AC19178}" type="presParOf" srcId="{76C04D71-9316-4EC2-9E4A-067B62A69101}" destId="{F39C134C-E65A-4436-92AA-BDCCC3731703}" srcOrd="1" destOrd="0" presId="urn:microsoft.com/office/officeart/2008/layout/LinedList"/>
    <dgm:cxn modelId="{E90E2DD8-8CA9-42B0-A4C5-5E95E790C04C}" type="presParOf" srcId="{191E3B23-A68F-49F6-8DDA-485880D74D5C}" destId="{9983FA78-C762-4BE7-8316-CD0173113B84}" srcOrd="6" destOrd="0" presId="urn:microsoft.com/office/officeart/2008/layout/LinedList"/>
    <dgm:cxn modelId="{B70D8EE1-F1C1-4546-ADD9-27EDC7855986}" type="presParOf" srcId="{191E3B23-A68F-49F6-8DDA-485880D74D5C}" destId="{16135F95-6E43-4BFC-A2E4-964F14423E45}" srcOrd="7" destOrd="0" presId="urn:microsoft.com/office/officeart/2008/layout/LinedList"/>
    <dgm:cxn modelId="{DEABD5DD-83BA-4C17-AF54-B2A8998CBF11}" type="presParOf" srcId="{16135F95-6E43-4BFC-A2E4-964F14423E45}" destId="{94F37424-4EB9-41E9-8A7A-7C43688D0EA5}" srcOrd="0" destOrd="0" presId="urn:microsoft.com/office/officeart/2008/layout/LinedList"/>
    <dgm:cxn modelId="{260E2C15-A6E5-47FF-B3F0-41690D86F117}" type="presParOf" srcId="{16135F95-6E43-4BFC-A2E4-964F14423E45}" destId="{46644DBE-A8A0-48DF-89B4-0B402FED5004}" srcOrd="1" destOrd="0" presId="urn:microsoft.com/office/officeart/2008/layout/LinedList"/>
    <dgm:cxn modelId="{CFFF6F31-F33D-4C3E-95F3-DA37144C824D}" type="presParOf" srcId="{191E3B23-A68F-49F6-8DDA-485880D74D5C}" destId="{E25C6DF0-18A6-464B-9F67-DB4B3AF0D2B1}" srcOrd="8" destOrd="0" presId="urn:microsoft.com/office/officeart/2008/layout/LinedList"/>
    <dgm:cxn modelId="{7315AEA0-DDC2-42F6-9F35-9279CF6C397D}" type="presParOf" srcId="{191E3B23-A68F-49F6-8DDA-485880D74D5C}" destId="{4C809E4B-8733-4CC9-8408-AF59E420361F}" srcOrd="9" destOrd="0" presId="urn:microsoft.com/office/officeart/2008/layout/LinedList"/>
    <dgm:cxn modelId="{CA4D8726-B3D3-4C30-9C28-7E8194125442}" type="presParOf" srcId="{4C809E4B-8733-4CC9-8408-AF59E420361F}" destId="{0BB88569-39B9-4014-AD96-28D2E1293222}" srcOrd="0" destOrd="0" presId="urn:microsoft.com/office/officeart/2008/layout/LinedList"/>
    <dgm:cxn modelId="{00964041-19C4-4719-A345-B3DFD4BD30D3}" type="presParOf" srcId="{4C809E4B-8733-4CC9-8408-AF59E420361F}" destId="{9C26927F-730B-42A1-BE16-7F1D1C523558}" srcOrd="1" destOrd="0" presId="urn:microsoft.com/office/officeart/2008/layout/LinedList"/>
    <dgm:cxn modelId="{50E1E34F-7796-41B1-96D1-CD6F9E2614E6}" type="presParOf" srcId="{191E3B23-A68F-49F6-8DDA-485880D74D5C}" destId="{F3F903F9-F909-40B3-9B4A-C45316AE785F}" srcOrd="10" destOrd="0" presId="urn:microsoft.com/office/officeart/2008/layout/LinedList"/>
    <dgm:cxn modelId="{AEEA92AA-08A0-4934-8CFA-32BAE4494DB1}" type="presParOf" srcId="{191E3B23-A68F-49F6-8DDA-485880D74D5C}" destId="{FDB4E06F-77F7-49A3-9471-A8C7D62B67AD}" srcOrd="11" destOrd="0" presId="urn:microsoft.com/office/officeart/2008/layout/LinedList"/>
    <dgm:cxn modelId="{349D03FF-7E61-4C03-B66E-6FA35F0C8CA9}" type="presParOf" srcId="{FDB4E06F-77F7-49A3-9471-A8C7D62B67AD}" destId="{59B39A84-5959-4CAF-B0E2-EE37677E38BD}" srcOrd="0" destOrd="0" presId="urn:microsoft.com/office/officeart/2008/layout/LinedList"/>
    <dgm:cxn modelId="{A8801091-680E-429C-9311-AE34ABD56344}" type="presParOf" srcId="{FDB4E06F-77F7-49A3-9471-A8C7D62B67AD}" destId="{8750F930-9E1C-405F-8CF7-F2B6FC2A238A}" srcOrd="1" destOrd="0" presId="urn:microsoft.com/office/officeart/2008/layout/LinedList"/>
    <dgm:cxn modelId="{211661B7-5C3B-49E9-A7E0-D41E07930CBB}" type="presParOf" srcId="{191E3B23-A68F-49F6-8DDA-485880D74D5C}" destId="{7C733ACB-236E-4443-9004-3170FC87DA95}" srcOrd="12" destOrd="0" presId="urn:microsoft.com/office/officeart/2008/layout/LinedList"/>
    <dgm:cxn modelId="{94F7C8A5-8A9C-4430-A460-02951A4F9072}" type="presParOf" srcId="{191E3B23-A68F-49F6-8DDA-485880D74D5C}" destId="{EF425757-AA58-4679-8101-2709D17A2D60}" srcOrd="13" destOrd="0" presId="urn:microsoft.com/office/officeart/2008/layout/LinedList"/>
    <dgm:cxn modelId="{12121779-4204-490E-8861-3984CC57EBB5}" type="presParOf" srcId="{EF425757-AA58-4679-8101-2709D17A2D60}" destId="{E08C3EEA-6B11-416F-BE7F-FE404EF951E1}" srcOrd="0" destOrd="0" presId="urn:microsoft.com/office/officeart/2008/layout/LinedList"/>
    <dgm:cxn modelId="{A3C34BF2-3BEF-4517-B164-D81E9B08ACEC}" type="presParOf" srcId="{EF425757-AA58-4679-8101-2709D17A2D60}" destId="{7B8CB270-CB7D-4CFE-A849-283FD5D48DE4}" srcOrd="1" destOrd="0" presId="urn:microsoft.com/office/officeart/2008/layout/LinedList"/>
    <dgm:cxn modelId="{D0CC8C63-A122-4E1A-98E5-0A265E9A68E1}" type="presParOf" srcId="{191E3B23-A68F-49F6-8DDA-485880D74D5C}" destId="{C50348D3-E2EB-4AFA-B1F9-4F3D6C7064DE}" srcOrd="14" destOrd="0" presId="urn:microsoft.com/office/officeart/2008/layout/LinedList"/>
    <dgm:cxn modelId="{ED31D332-07D8-49D7-BE98-04D949D354B8}" type="presParOf" srcId="{191E3B23-A68F-49F6-8DDA-485880D74D5C}" destId="{A76ED265-F368-454B-8587-385B3FFE23FE}" srcOrd="15" destOrd="0" presId="urn:microsoft.com/office/officeart/2008/layout/LinedList"/>
    <dgm:cxn modelId="{3B00E2A9-9DC0-4727-A4D3-4C94FADCBA05}" type="presParOf" srcId="{A76ED265-F368-454B-8587-385B3FFE23FE}" destId="{EFDC2EC8-DC37-4407-82BA-352B3648E2DC}" srcOrd="0" destOrd="0" presId="urn:microsoft.com/office/officeart/2008/layout/LinedList"/>
    <dgm:cxn modelId="{C8F093A6-3F30-4086-A154-0C2B0F83B52C}" type="presParOf" srcId="{A76ED265-F368-454B-8587-385B3FFE23FE}" destId="{A6CD4134-679D-4347-B6DB-3D6DC0164935}" srcOrd="1" destOrd="0" presId="urn:microsoft.com/office/officeart/2008/layout/LinedList"/>
    <dgm:cxn modelId="{CCA9B86F-FF53-43B7-8EFD-775039E6A4B8}" type="presParOf" srcId="{191E3B23-A68F-49F6-8DDA-485880D74D5C}" destId="{24441C44-402B-43F9-B638-88DBD3600A9F}" srcOrd="16" destOrd="0" presId="urn:microsoft.com/office/officeart/2008/layout/LinedList"/>
    <dgm:cxn modelId="{B7EB8881-5B6E-4E27-804C-41FEDEA1171C}" type="presParOf" srcId="{191E3B23-A68F-49F6-8DDA-485880D74D5C}" destId="{D618A80E-8DE8-4DE5-975D-366A1ACA6CCF}" srcOrd="17" destOrd="0" presId="urn:microsoft.com/office/officeart/2008/layout/LinedList"/>
    <dgm:cxn modelId="{5B56A943-75D0-43F6-8032-D911E3290271}" type="presParOf" srcId="{D618A80E-8DE8-4DE5-975D-366A1ACA6CCF}" destId="{378CCAAC-437E-41A8-8D05-4729DC25335F}" srcOrd="0" destOrd="0" presId="urn:microsoft.com/office/officeart/2008/layout/LinedList"/>
    <dgm:cxn modelId="{F1842C15-E028-4082-803D-D945DFBE53EE}" type="presParOf" srcId="{D618A80E-8DE8-4DE5-975D-366A1ACA6CCF}" destId="{5A111B1C-4856-4BF8-BB64-C4DC86B8FB3F}" srcOrd="1" destOrd="0" presId="urn:microsoft.com/office/officeart/2008/layout/LinedList"/>
    <dgm:cxn modelId="{E862DFBE-CC04-43D8-B2D8-96660204527C}" type="presParOf" srcId="{191E3B23-A68F-49F6-8DDA-485880D74D5C}" destId="{E44F1D4B-07F4-4348-A366-004D740A3632}" srcOrd="18" destOrd="0" presId="urn:microsoft.com/office/officeart/2008/layout/LinedList"/>
    <dgm:cxn modelId="{7B9BB32A-0E65-4174-A305-1D7D99E462C8}" type="presParOf" srcId="{191E3B23-A68F-49F6-8DDA-485880D74D5C}" destId="{D6EC687F-0750-48EA-AB8D-E8513F189A17}" srcOrd="19" destOrd="0" presId="urn:microsoft.com/office/officeart/2008/layout/LinedList"/>
    <dgm:cxn modelId="{E1716008-9534-445D-9E7C-CC149A5254B3}" type="presParOf" srcId="{D6EC687F-0750-48EA-AB8D-E8513F189A17}" destId="{269770D6-6554-4833-BE9C-4BF4D595497D}" srcOrd="0" destOrd="0" presId="urn:microsoft.com/office/officeart/2008/layout/LinedList"/>
    <dgm:cxn modelId="{EFB6B78E-553F-4610-98D2-557DA79A4D7F}" type="presParOf" srcId="{D6EC687F-0750-48EA-AB8D-E8513F189A17}" destId="{F9EA70B8-573B-422A-9366-7E742F81568B}" srcOrd="1" destOrd="0" presId="urn:microsoft.com/office/officeart/2008/layout/LinedList"/>
    <dgm:cxn modelId="{D69F04F5-96E0-4527-94A9-9DC43EE4AB32}" type="presParOf" srcId="{191E3B23-A68F-49F6-8DDA-485880D74D5C}" destId="{09072C32-CF55-432F-99AA-E06E50838C8D}" srcOrd="20" destOrd="0" presId="urn:microsoft.com/office/officeart/2008/layout/LinedList"/>
    <dgm:cxn modelId="{C87901CC-7012-41AA-A86D-FEF3B7A2CA3A}" type="presParOf" srcId="{191E3B23-A68F-49F6-8DDA-485880D74D5C}" destId="{292840FA-868D-438A-82DD-64CD1AC917E9}" srcOrd="21" destOrd="0" presId="urn:microsoft.com/office/officeart/2008/layout/LinedList"/>
    <dgm:cxn modelId="{C014123F-FD39-408E-97A6-D0AB14992E68}" type="presParOf" srcId="{292840FA-868D-438A-82DD-64CD1AC917E9}" destId="{814ED034-9A74-4217-AF16-69E9AF3D1F34}" srcOrd="0" destOrd="0" presId="urn:microsoft.com/office/officeart/2008/layout/LinedList"/>
    <dgm:cxn modelId="{8882438E-E528-43A2-9D28-3CF33B3F2531}" type="presParOf" srcId="{292840FA-868D-438A-82DD-64CD1AC917E9}" destId="{1BDF0EDD-21AF-4213-9EB7-43A79DA7A5EF}" srcOrd="1" destOrd="0" presId="urn:microsoft.com/office/officeart/2008/layout/LinedList"/>
    <dgm:cxn modelId="{04D155AA-3E13-48E7-A4A3-95A6E486D8CC}" type="presParOf" srcId="{191E3B23-A68F-49F6-8DDA-485880D74D5C}" destId="{0723930E-AF7E-49BE-9A72-4BE086CA5191}" srcOrd="22" destOrd="0" presId="urn:microsoft.com/office/officeart/2008/layout/LinedList"/>
    <dgm:cxn modelId="{2CCBAA60-2C88-4D70-B35F-9A5131B8BFF9}" type="presParOf" srcId="{191E3B23-A68F-49F6-8DDA-485880D74D5C}" destId="{EBFD0DB4-A3DA-4EFA-A9C9-BAB70595EC03}" srcOrd="23" destOrd="0" presId="urn:microsoft.com/office/officeart/2008/layout/LinedList"/>
    <dgm:cxn modelId="{D8285CE6-187C-4B83-A25F-75E5081FF537}" type="presParOf" srcId="{EBFD0DB4-A3DA-4EFA-A9C9-BAB70595EC03}" destId="{8B0FD5B3-8C0D-4C02-A887-5E3AFA6E64FB}" srcOrd="0" destOrd="0" presId="urn:microsoft.com/office/officeart/2008/layout/LinedList"/>
    <dgm:cxn modelId="{E83D6CA2-73F4-4C0C-813E-7241509E1E36}" type="presParOf" srcId="{EBFD0DB4-A3DA-4EFA-A9C9-BAB70595EC03}" destId="{C4547841-EF48-4612-9B9C-D90D2181A0B2}"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C994E9-BAE5-4D24-B675-083149138FD2}"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A032656A-A993-46B6-8092-8E59EDFBE9EE}">
      <dgm:prSet/>
      <dgm:spPr/>
      <dgm:t>
        <a:bodyPr/>
        <a:lstStyle/>
        <a:p>
          <a:r>
            <a:rPr lang="en-US" b="0" i="0" baseline="0" dirty="0"/>
            <a:t>Insertion means adding a new node to the linked list.</a:t>
          </a:r>
          <a:endParaRPr lang="en-US" dirty="0"/>
        </a:p>
      </dgm:t>
    </dgm:pt>
    <dgm:pt modelId="{464A6FCF-AE65-4258-9AD4-0699768E4752}" type="parTrans" cxnId="{86DC2775-E5B2-4E45-B6CD-6BA0F2541DC9}">
      <dgm:prSet/>
      <dgm:spPr/>
      <dgm:t>
        <a:bodyPr/>
        <a:lstStyle/>
        <a:p>
          <a:endParaRPr lang="en-US"/>
        </a:p>
      </dgm:t>
    </dgm:pt>
    <dgm:pt modelId="{8B723B0C-0EF6-48C0-889F-3884305129FD}" type="sibTrans" cxnId="{86DC2775-E5B2-4E45-B6CD-6BA0F2541DC9}">
      <dgm:prSet/>
      <dgm:spPr/>
      <dgm:t>
        <a:bodyPr/>
        <a:lstStyle/>
        <a:p>
          <a:endParaRPr lang="en-US"/>
        </a:p>
      </dgm:t>
    </dgm:pt>
    <dgm:pt modelId="{C7E5ABBF-FBD8-4FAA-B5EE-4C8ADF9C8246}">
      <dgm:prSet/>
      <dgm:spPr/>
      <dgm:t>
        <a:bodyPr/>
        <a:lstStyle/>
        <a:p>
          <a:r>
            <a:rPr lang="en-US" b="0" i="0" baseline="0"/>
            <a:t>Common forms:</a:t>
          </a:r>
          <a:endParaRPr lang="en-US"/>
        </a:p>
      </dgm:t>
    </dgm:pt>
    <dgm:pt modelId="{4A1A5EC6-C88E-48F7-8EB9-3E54AF8586A0}" type="parTrans" cxnId="{63B24972-F3A9-4A94-9E61-BAB813DCB7B8}">
      <dgm:prSet/>
      <dgm:spPr/>
      <dgm:t>
        <a:bodyPr/>
        <a:lstStyle/>
        <a:p>
          <a:endParaRPr lang="en-US"/>
        </a:p>
      </dgm:t>
    </dgm:pt>
    <dgm:pt modelId="{13B68ED0-C519-4393-90ED-577E86273EA3}" type="sibTrans" cxnId="{63B24972-F3A9-4A94-9E61-BAB813DCB7B8}">
      <dgm:prSet/>
      <dgm:spPr/>
      <dgm:t>
        <a:bodyPr/>
        <a:lstStyle/>
        <a:p>
          <a:endParaRPr lang="en-US"/>
        </a:p>
      </dgm:t>
    </dgm:pt>
    <dgm:pt modelId="{45CC1E83-4C6B-4905-A2E6-1BB59D86EF37}">
      <dgm:prSet/>
      <dgm:spPr/>
      <dgm:t>
        <a:bodyPr/>
        <a:lstStyle/>
        <a:p>
          <a:r>
            <a:rPr lang="en-US" b="0" i="0" baseline="0"/>
            <a:t>At the beginning (head)</a:t>
          </a:r>
          <a:endParaRPr lang="en-US"/>
        </a:p>
      </dgm:t>
    </dgm:pt>
    <dgm:pt modelId="{7455E054-1EF2-49B1-BC1B-A0B788F32F21}" type="parTrans" cxnId="{448BC716-6382-439C-A2BF-C8F8098FB1B8}">
      <dgm:prSet/>
      <dgm:spPr/>
      <dgm:t>
        <a:bodyPr/>
        <a:lstStyle/>
        <a:p>
          <a:endParaRPr lang="en-US"/>
        </a:p>
      </dgm:t>
    </dgm:pt>
    <dgm:pt modelId="{CE736A63-1A66-4B77-96C4-6760A7EC0581}" type="sibTrans" cxnId="{448BC716-6382-439C-A2BF-C8F8098FB1B8}">
      <dgm:prSet/>
      <dgm:spPr/>
      <dgm:t>
        <a:bodyPr/>
        <a:lstStyle/>
        <a:p>
          <a:endParaRPr lang="en-US"/>
        </a:p>
      </dgm:t>
    </dgm:pt>
    <dgm:pt modelId="{87913F28-2AFA-4AB8-992B-6F738C816040}">
      <dgm:prSet/>
      <dgm:spPr/>
      <dgm:t>
        <a:bodyPr/>
        <a:lstStyle/>
        <a:p>
          <a:r>
            <a:rPr lang="en-US" b="0" i="0" baseline="0"/>
            <a:t>At the end (tail)</a:t>
          </a:r>
          <a:endParaRPr lang="en-US"/>
        </a:p>
      </dgm:t>
    </dgm:pt>
    <dgm:pt modelId="{4C822D78-4462-465B-BAE1-F148273DA902}" type="parTrans" cxnId="{C3EBE3E3-FB2C-489C-9E4F-C3BD6572A2E6}">
      <dgm:prSet/>
      <dgm:spPr/>
      <dgm:t>
        <a:bodyPr/>
        <a:lstStyle/>
        <a:p>
          <a:endParaRPr lang="en-US"/>
        </a:p>
      </dgm:t>
    </dgm:pt>
    <dgm:pt modelId="{2EC3A89B-B0C0-48B3-AFCB-5F5F7E2AB11A}" type="sibTrans" cxnId="{C3EBE3E3-FB2C-489C-9E4F-C3BD6572A2E6}">
      <dgm:prSet/>
      <dgm:spPr/>
      <dgm:t>
        <a:bodyPr/>
        <a:lstStyle/>
        <a:p>
          <a:endParaRPr lang="en-US"/>
        </a:p>
      </dgm:t>
    </dgm:pt>
    <dgm:pt modelId="{A4F9B29C-7EC0-48A0-8BEB-535FF630E574}">
      <dgm:prSet/>
      <dgm:spPr/>
      <dgm:t>
        <a:bodyPr/>
        <a:lstStyle/>
        <a:p>
          <a:r>
            <a:rPr lang="en-US" b="0" i="0" baseline="0"/>
            <a:t>At a specific position</a:t>
          </a:r>
          <a:endParaRPr lang="en-US"/>
        </a:p>
      </dgm:t>
    </dgm:pt>
    <dgm:pt modelId="{994E6114-F93C-4CFA-A70F-E3A4020DB087}" type="parTrans" cxnId="{AF5F06B9-E0AC-4DF3-80D1-E75767D8812D}">
      <dgm:prSet/>
      <dgm:spPr/>
      <dgm:t>
        <a:bodyPr/>
        <a:lstStyle/>
        <a:p>
          <a:endParaRPr lang="en-US"/>
        </a:p>
      </dgm:t>
    </dgm:pt>
    <dgm:pt modelId="{B8EABAFE-99BB-437B-9077-B6CA3613C664}" type="sibTrans" cxnId="{AF5F06B9-E0AC-4DF3-80D1-E75767D8812D}">
      <dgm:prSet/>
      <dgm:spPr/>
      <dgm:t>
        <a:bodyPr/>
        <a:lstStyle/>
        <a:p>
          <a:endParaRPr lang="en-US"/>
        </a:p>
      </dgm:t>
    </dgm:pt>
    <dgm:pt modelId="{B79B5162-CDFF-4BC6-8E68-8687920CAE31}">
      <dgm:prSet/>
      <dgm:spPr/>
      <dgm:t>
        <a:bodyPr/>
        <a:lstStyle/>
        <a:p>
          <a:r>
            <a:rPr lang="en-US" b="0" i="0" baseline="0"/>
            <a:t>Before or after a particular node</a:t>
          </a:r>
          <a:endParaRPr lang="en-US"/>
        </a:p>
      </dgm:t>
    </dgm:pt>
    <dgm:pt modelId="{FF33035C-5FF7-4CC3-8458-E0008D2A85FA}" type="parTrans" cxnId="{9B5BE8F5-1DDD-4D1A-94B2-9742C4378BFB}">
      <dgm:prSet/>
      <dgm:spPr/>
      <dgm:t>
        <a:bodyPr/>
        <a:lstStyle/>
        <a:p>
          <a:endParaRPr lang="en-US"/>
        </a:p>
      </dgm:t>
    </dgm:pt>
    <dgm:pt modelId="{B0AD44C6-8887-4A7F-B19B-1E577DCA3725}" type="sibTrans" cxnId="{9B5BE8F5-1DDD-4D1A-94B2-9742C4378BFB}">
      <dgm:prSet/>
      <dgm:spPr/>
      <dgm:t>
        <a:bodyPr/>
        <a:lstStyle/>
        <a:p>
          <a:endParaRPr lang="en-US"/>
        </a:p>
      </dgm:t>
    </dgm:pt>
    <dgm:pt modelId="{A57622CD-8BD0-42C0-998D-3689639AA7B5}">
      <dgm:prSet/>
      <dgm:spPr/>
      <dgm:t>
        <a:bodyPr/>
        <a:lstStyle/>
        <a:p>
          <a:r>
            <a:rPr lang="en-US" b="0" i="0" baseline="0"/>
            <a:t>Insertion is mainly performed by creating a node and changing links.</a:t>
          </a:r>
          <a:endParaRPr lang="en-US"/>
        </a:p>
      </dgm:t>
    </dgm:pt>
    <dgm:pt modelId="{8B132E25-79A9-43F2-93A7-30A271CF5CCA}" type="parTrans" cxnId="{2B0723CA-A3C5-4FDA-BF37-0FC2704F9AA2}">
      <dgm:prSet/>
      <dgm:spPr/>
      <dgm:t>
        <a:bodyPr/>
        <a:lstStyle/>
        <a:p>
          <a:endParaRPr lang="en-US"/>
        </a:p>
      </dgm:t>
    </dgm:pt>
    <dgm:pt modelId="{991CA169-337B-4D1A-ABF0-C4F8FB94B7E2}" type="sibTrans" cxnId="{2B0723CA-A3C5-4FDA-BF37-0FC2704F9AA2}">
      <dgm:prSet/>
      <dgm:spPr/>
      <dgm:t>
        <a:bodyPr/>
        <a:lstStyle/>
        <a:p>
          <a:endParaRPr lang="en-US"/>
        </a:p>
      </dgm:t>
    </dgm:pt>
    <dgm:pt modelId="{8226ADE7-DF2F-4D23-9E9D-5C477A2D4CA4}" type="pres">
      <dgm:prSet presAssocID="{4CC994E9-BAE5-4D24-B675-083149138FD2}" presName="Name0" presStyleCnt="0">
        <dgm:presLayoutVars>
          <dgm:dir/>
          <dgm:animLvl val="lvl"/>
          <dgm:resizeHandles val="exact"/>
        </dgm:presLayoutVars>
      </dgm:prSet>
      <dgm:spPr/>
    </dgm:pt>
    <dgm:pt modelId="{C201851B-D903-40FD-828D-533E9F3C42D4}" type="pres">
      <dgm:prSet presAssocID="{A032656A-A993-46B6-8092-8E59EDFBE9EE}" presName="linNode" presStyleCnt="0"/>
      <dgm:spPr/>
    </dgm:pt>
    <dgm:pt modelId="{17AF09A8-8DE3-4EC5-960D-61882E0E6B31}" type="pres">
      <dgm:prSet presAssocID="{A032656A-A993-46B6-8092-8E59EDFBE9EE}" presName="parentText" presStyleLbl="node1" presStyleIdx="0" presStyleCnt="3">
        <dgm:presLayoutVars>
          <dgm:chMax val="1"/>
          <dgm:bulletEnabled val="1"/>
        </dgm:presLayoutVars>
      </dgm:prSet>
      <dgm:spPr/>
    </dgm:pt>
    <dgm:pt modelId="{2E2A3606-34A5-445C-A66A-8DA15A5222AB}" type="pres">
      <dgm:prSet presAssocID="{8B723B0C-0EF6-48C0-889F-3884305129FD}" presName="sp" presStyleCnt="0"/>
      <dgm:spPr/>
    </dgm:pt>
    <dgm:pt modelId="{24C8F035-71CF-41C9-8F33-3E275A4B810E}" type="pres">
      <dgm:prSet presAssocID="{C7E5ABBF-FBD8-4FAA-B5EE-4C8ADF9C8246}" presName="linNode" presStyleCnt="0"/>
      <dgm:spPr/>
    </dgm:pt>
    <dgm:pt modelId="{68D6120C-75DC-4DC0-B653-7309FFD68BBD}" type="pres">
      <dgm:prSet presAssocID="{C7E5ABBF-FBD8-4FAA-B5EE-4C8ADF9C8246}" presName="parentText" presStyleLbl="node1" presStyleIdx="1" presStyleCnt="3">
        <dgm:presLayoutVars>
          <dgm:chMax val="1"/>
          <dgm:bulletEnabled val="1"/>
        </dgm:presLayoutVars>
      </dgm:prSet>
      <dgm:spPr/>
    </dgm:pt>
    <dgm:pt modelId="{DE4B0976-DF84-4322-B1B8-5C8050258F2B}" type="pres">
      <dgm:prSet presAssocID="{C7E5ABBF-FBD8-4FAA-B5EE-4C8ADF9C8246}" presName="descendantText" presStyleLbl="alignAccFollowNode1" presStyleIdx="0" presStyleCnt="1">
        <dgm:presLayoutVars>
          <dgm:bulletEnabled val="1"/>
        </dgm:presLayoutVars>
      </dgm:prSet>
      <dgm:spPr/>
    </dgm:pt>
    <dgm:pt modelId="{584B1F04-EB1B-4BF9-818E-821F5472C71B}" type="pres">
      <dgm:prSet presAssocID="{13B68ED0-C519-4393-90ED-577E86273EA3}" presName="sp" presStyleCnt="0"/>
      <dgm:spPr/>
    </dgm:pt>
    <dgm:pt modelId="{D00F9093-3DA6-4494-B22B-66B9F1253382}" type="pres">
      <dgm:prSet presAssocID="{A57622CD-8BD0-42C0-998D-3689639AA7B5}" presName="linNode" presStyleCnt="0"/>
      <dgm:spPr/>
    </dgm:pt>
    <dgm:pt modelId="{F87431A6-4C4C-45F5-B824-D4B73B00D881}" type="pres">
      <dgm:prSet presAssocID="{A57622CD-8BD0-42C0-998D-3689639AA7B5}" presName="parentText" presStyleLbl="node1" presStyleIdx="2" presStyleCnt="3">
        <dgm:presLayoutVars>
          <dgm:chMax val="1"/>
          <dgm:bulletEnabled val="1"/>
        </dgm:presLayoutVars>
      </dgm:prSet>
      <dgm:spPr/>
    </dgm:pt>
  </dgm:ptLst>
  <dgm:cxnLst>
    <dgm:cxn modelId="{D392F402-440B-4968-A60A-82969E30E0A5}" type="presOf" srcId="{C7E5ABBF-FBD8-4FAA-B5EE-4C8ADF9C8246}" destId="{68D6120C-75DC-4DC0-B653-7309FFD68BBD}" srcOrd="0" destOrd="0" presId="urn:microsoft.com/office/officeart/2005/8/layout/vList5"/>
    <dgm:cxn modelId="{448BC716-6382-439C-A2BF-C8F8098FB1B8}" srcId="{C7E5ABBF-FBD8-4FAA-B5EE-4C8ADF9C8246}" destId="{45CC1E83-4C6B-4905-A2E6-1BB59D86EF37}" srcOrd="0" destOrd="0" parTransId="{7455E054-1EF2-49B1-BC1B-A0B788F32F21}" sibTransId="{CE736A63-1A66-4B77-96C4-6760A7EC0581}"/>
    <dgm:cxn modelId="{EE93D11E-4E47-4F9D-ABC2-54E1DF718F6D}" type="presOf" srcId="{A032656A-A993-46B6-8092-8E59EDFBE9EE}" destId="{17AF09A8-8DE3-4EC5-960D-61882E0E6B31}" srcOrd="0" destOrd="0" presId="urn:microsoft.com/office/officeart/2005/8/layout/vList5"/>
    <dgm:cxn modelId="{F40F2323-1FB6-4E8E-932D-5A5417D44A10}" type="presOf" srcId="{87913F28-2AFA-4AB8-992B-6F738C816040}" destId="{DE4B0976-DF84-4322-B1B8-5C8050258F2B}" srcOrd="0" destOrd="1" presId="urn:microsoft.com/office/officeart/2005/8/layout/vList5"/>
    <dgm:cxn modelId="{0FBCD127-8D0C-4202-91EA-230E33DC6BA8}" type="presOf" srcId="{B79B5162-CDFF-4BC6-8E68-8687920CAE31}" destId="{DE4B0976-DF84-4322-B1B8-5C8050258F2B}" srcOrd="0" destOrd="3" presId="urn:microsoft.com/office/officeart/2005/8/layout/vList5"/>
    <dgm:cxn modelId="{63B24972-F3A9-4A94-9E61-BAB813DCB7B8}" srcId="{4CC994E9-BAE5-4D24-B675-083149138FD2}" destId="{C7E5ABBF-FBD8-4FAA-B5EE-4C8ADF9C8246}" srcOrd="1" destOrd="0" parTransId="{4A1A5EC6-C88E-48F7-8EB9-3E54AF8586A0}" sibTransId="{13B68ED0-C519-4393-90ED-577E86273EA3}"/>
    <dgm:cxn modelId="{86DC2775-E5B2-4E45-B6CD-6BA0F2541DC9}" srcId="{4CC994E9-BAE5-4D24-B675-083149138FD2}" destId="{A032656A-A993-46B6-8092-8E59EDFBE9EE}" srcOrd="0" destOrd="0" parTransId="{464A6FCF-AE65-4258-9AD4-0699768E4752}" sibTransId="{8B723B0C-0EF6-48C0-889F-3884305129FD}"/>
    <dgm:cxn modelId="{5BB88C55-941E-4B68-BF3E-5CD834381EB3}" type="presOf" srcId="{A57622CD-8BD0-42C0-998D-3689639AA7B5}" destId="{F87431A6-4C4C-45F5-B824-D4B73B00D881}" srcOrd="0" destOrd="0" presId="urn:microsoft.com/office/officeart/2005/8/layout/vList5"/>
    <dgm:cxn modelId="{67877C57-A8BA-405E-B2BD-C83923844973}" type="presOf" srcId="{A4F9B29C-7EC0-48A0-8BEB-535FF630E574}" destId="{DE4B0976-DF84-4322-B1B8-5C8050258F2B}" srcOrd="0" destOrd="2" presId="urn:microsoft.com/office/officeart/2005/8/layout/vList5"/>
    <dgm:cxn modelId="{AF5F06B9-E0AC-4DF3-80D1-E75767D8812D}" srcId="{C7E5ABBF-FBD8-4FAA-B5EE-4C8ADF9C8246}" destId="{A4F9B29C-7EC0-48A0-8BEB-535FF630E574}" srcOrd="2" destOrd="0" parTransId="{994E6114-F93C-4CFA-A70F-E3A4020DB087}" sibTransId="{B8EABAFE-99BB-437B-9077-B6CA3613C664}"/>
    <dgm:cxn modelId="{2B0723CA-A3C5-4FDA-BF37-0FC2704F9AA2}" srcId="{4CC994E9-BAE5-4D24-B675-083149138FD2}" destId="{A57622CD-8BD0-42C0-998D-3689639AA7B5}" srcOrd="2" destOrd="0" parTransId="{8B132E25-79A9-43F2-93A7-30A271CF5CCA}" sibTransId="{991CA169-337B-4D1A-ABF0-C4F8FB94B7E2}"/>
    <dgm:cxn modelId="{EB62FBCB-DED0-4610-A794-9F7F3CC26857}" type="presOf" srcId="{45CC1E83-4C6B-4905-A2E6-1BB59D86EF37}" destId="{DE4B0976-DF84-4322-B1B8-5C8050258F2B}" srcOrd="0" destOrd="0" presId="urn:microsoft.com/office/officeart/2005/8/layout/vList5"/>
    <dgm:cxn modelId="{C56E29DC-BCFB-4C7F-BE8A-AB6DEBFA82B8}" type="presOf" srcId="{4CC994E9-BAE5-4D24-B675-083149138FD2}" destId="{8226ADE7-DF2F-4D23-9E9D-5C477A2D4CA4}" srcOrd="0" destOrd="0" presId="urn:microsoft.com/office/officeart/2005/8/layout/vList5"/>
    <dgm:cxn modelId="{C3EBE3E3-FB2C-489C-9E4F-C3BD6572A2E6}" srcId="{C7E5ABBF-FBD8-4FAA-B5EE-4C8ADF9C8246}" destId="{87913F28-2AFA-4AB8-992B-6F738C816040}" srcOrd="1" destOrd="0" parTransId="{4C822D78-4462-465B-BAE1-F148273DA902}" sibTransId="{2EC3A89B-B0C0-48B3-AFCB-5F5F7E2AB11A}"/>
    <dgm:cxn modelId="{9B5BE8F5-1DDD-4D1A-94B2-9742C4378BFB}" srcId="{C7E5ABBF-FBD8-4FAA-B5EE-4C8ADF9C8246}" destId="{B79B5162-CDFF-4BC6-8E68-8687920CAE31}" srcOrd="3" destOrd="0" parTransId="{FF33035C-5FF7-4CC3-8458-E0008D2A85FA}" sibTransId="{B0AD44C6-8887-4A7F-B19B-1E577DCA3725}"/>
    <dgm:cxn modelId="{FFDBCA8F-38C3-499C-B1B7-EBE13CCD6F12}" type="presParOf" srcId="{8226ADE7-DF2F-4D23-9E9D-5C477A2D4CA4}" destId="{C201851B-D903-40FD-828D-533E9F3C42D4}" srcOrd="0" destOrd="0" presId="urn:microsoft.com/office/officeart/2005/8/layout/vList5"/>
    <dgm:cxn modelId="{94A69523-F7DB-47FD-9ACA-B3C8BDB848C4}" type="presParOf" srcId="{C201851B-D903-40FD-828D-533E9F3C42D4}" destId="{17AF09A8-8DE3-4EC5-960D-61882E0E6B31}" srcOrd="0" destOrd="0" presId="urn:microsoft.com/office/officeart/2005/8/layout/vList5"/>
    <dgm:cxn modelId="{9CF3AEBA-13F9-4666-B5E1-D96DCD89A9C0}" type="presParOf" srcId="{8226ADE7-DF2F-4D23-9E9D-5C477A2D4CA4}" destId="{2E2A3606-34A5-445C-A66A-8DA15A5222AB}" srcOrd="1" destOrd="0" presId="urn:microsoft.com/office/officeart/2005/8/layout/vList5"/>
    <dgm:cxn modelId="{0139BE6E-8798-4932-B5BA-2DEFE05C147D}" type="presParOf" srcId="{8226ADE7-DF2F-4D23-9E9D-5C477A2D4CA4}" destId="{24C8F035-71CF-41C9-8F33-3E275A4B810E}" srcOrd="2" destOrd="0" presId="urn:microsoft.com/office/officeart/2005/8/layout/vList5"/>
    <dgm:cxn modelId="{C6438F32-0952-4785-BB95-EB40BD15663A}" type="presParOf" srcId="{24C8F035-71CF-41C9-8F33-3E275A4B810E}" destId="{68D6120C-75DC-4DC0-B653-7309FFD68BBD}" srcOrd="0" destOrd="0" presId="urn:microsoft.com/office/officeart/2005/8/layout/vList5"/>
    <dgm:cxn modelId="{BCC9FA78-0C8D-47AB-91CC-CFE925257B24}" type="presParOf" srcId="{24C8F035-71CF-41C9-8F33-3E275A4B810E}" destId="{DE4B0976-DF84-4322-B1B8-5C8050258F2B}" srcOrd="1" destOrd="0" presId="urn:microsoft.com/office/officeart/2005/8/layout/vList5"/>
    <dgm:cxn modelId="{256D9392-D3AE-4520-9A8D-134C3C27C86A}" type="presParOf" srcId="{8226ADE7-DF2F-4D23-9E9D-5C477A2D4CA4}" destId="{584B1F04-EB1B-4BF9-818E-821F5472C71B}" srcOrd="3" destOrd="0" presId="urn:microsoft.com/office/officeart/2005/8/layout/vList5"/>
    <dgm:cxn modelId="{055E52B7-BFFE-4C64-B5D0-C27979A9F30E}" type="presParOf" srcId="{8226ADE7-DF2F-4D23-9E9D-5C477A2D4CA4}" destId="{D00F9093-3DA6-4494-B22B-66B9F1253382}" srcOrd="4" destOrd="0" presId="urn:microsoft.com/office/officeart/2005/8/layout/vList5"/>
    <dgm:cxn modelId="{E7C6CB5E-7E2B-49E3-8A47-10A1AE6F0D17}" type="presParOf" srcId="{D00F9093-3DA6-4494-B22B-66B9F1253382}" destId="{F87431A6-4C4C-45F5-B824-D4B73B00D881}" srcOrd="0"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184C78-73F5-47FA-A96E-9A378A885887}" type="doc">
      <dgm:prSet loTypeId="urn:microsoft.com/office/officeart/2005/8/layout/hProcess9" loCatId="process" qsTypeId="urn:microsoft.com/office/officeart/2005/8/quickstyle/simple1" qsCatId="simple" csTypeId="urn:microsoft.com/office/officeart/2005/8/colors/accent0_3" csCatId="mainScheme"/>
      <dgm:spPr/>
      <dgm:t>
        <a:bodyPr/>
        <a:lstStyle/>
        <a:p>
          <a:endParaRPr lang="en-US"/>
        </a:p>
      </dgm:t>
    </dgm:pt>
    <dgm:pt modelId="{002EE2CD-6AAF-4FF5-97D2-9F22E31E8C3B}">
      <dgm:prSet/>
      <dgm:spPr/>
      <dgm:t>
        <a:bodyPr/>
        <a:lstStyle/>
        <a:p>
          <a:r>
            <a:rPr lang="en-US"/>
            <a:t>Deletion means removing a node from a linked list.</a:t>
          </a:r>
        </a:p>
      </dgm:t>
    </dgm:pt>
    <dgm:pt modelId="{A38FDF13-68BD-4139-805B-F818ED31A207}" type="parTrans" cxnId="{57206316-B4AC-4B4C-B38F-175DEC2C2A2F}">
      <dgm:prSet/>
      <dgm:spPr/>
      <dgm:t>
        <a:bodyPr/>
        <a:lstStyle/>
        <a:p>
          <a:endParaRPr lang="en-US"/>
        </a:p>
      </dgm:t>
    </dgm:pt>
    <dgm:pt modelId="{A409C0B3-35B7-4FA0-AAAF-A813CB584585}" type="sibTrans" cxnId="{57206316-B4AC-4B4C-B38F-175DEC2C2A2F}">
      <dgm:prSet/>
      <dgm:spPr/>
      <dgm:t>
        <a:bodyPr/>
        <a:lstStyle/>
        <a:p>
          <a:endParaRPr lang="en-US"/>
        </a:p>
      </dgm:t>
    </dgm:pt>
    <dgm:pt modelId="{A284C2E9-836B-449D-8311-35C60B8F60D8}">
      <dgm:prSet/>
      <dgm:spPr/>
      <dgm:t>
        <a:bodyPr/>
        <a:lstStyle/>
        <a:p>
          <a:r>
            <a:rPr lang="en-US"/>
            <a:t>Common forms:</a:t>
          </a:r>
        </a:p>
      </dgm:t>
    </dgm:pt>
    <dgm:pt modelId="{B0859306-9C5C-4456-92D0-63B18C1CFFC3}" type="parTrans" cxnId="{2FF40EA7-F3AF-40C5-9FBA-62D9CF382B0E}">
      <dgm:prSet/>
      <dgm:spPr/>
      <dgm:t>
        <a:bodyPr/>
        <a:lstStyle/>
        <a:p>
          <a:endParaRPr lang="en-US"/>
        </a:p>
      </dgm:t>
    </dgm:pt>
    <dgm:pt modelId="{04E83953-015C-4908-B722-6D86E98C65DF}" type="sibTrans" cxnId="{2FF40EA7-F3AF-40C5-9FBA-62D9CF382B0E}">
      <dgm:prSet/>
      <dgm:spPr/>
      <dgm:t>
        <a:bodyPr/>
        <a:lstStyle/>
        <a:p>
          <a:endParaRPr lang="en-US"/>
        </a:p>
      </dgm:t>
    </dgm:pt>
    <dgm:pt modelId="{C0A35F78-D7FF-40C7-8F6F-2C6034919A10}">
      <dgm:prSet/>
      <dgm:spPr/>
      <dgm:t>
        <a:bodyPr/>
        <a:lstStyle/>
        <a:p>
          <a:r>
            <a:rPr lang="en-US"/>
            <a:t>Delete the first node</a:t>
          </a:r>
        </a:p>
      </dgm:t>
    </dgm:pt>
    <dgm:pt modelId="{586739B7-A1E1-4E3E-83C1-FC9F2CD02CE9}" type="parTrans" cxnId="{C1BA6CF3-4A53-48A5-AEE6-AE9B081652BA}">
      <dgm:prSet/>
      <dgm:spPr/>
      <dgm:t>
        <a:bodyPr/>
        <a:lstStyle/>
        <a:p>
          <a:endParaRPr lang="en-US"/>
        </a:p>
      </dgm:t>
    </dgm:pt>
    <dgm:pt modelId="{01038070-D345-492D-9DA3-9ADA4368950A}" type="sibTrans" cxnId="{C1BA6CF3-4A53-48A5-AEE6-AE9B081652BA}">
      <dgm:prSet/>
      <dgm:spPr/>
      <dgm:t>
        <a:bodyPr/>
        <a:lstStyle/>
        <a:p>
          <a:endParaRPr lang="en-US"/>
        </a:p>
      </dgm:t>
    </dgm:pt>
    <dgm:pt modelId="{BF9551E5-4CEF-4A82-AF66-02184C98F893}">
      <dgm:prSet/>
      <dgm:spPr/>
      <dgm:t>
        <a:bodyPr/>
        <a:lstStyle/>
        <a:p>
          <a:r>
            <a:rPr lang="en-US"/>
            <a:t>Delete the last node</a:t>
          </a:r>
        </a:p>
      </dgm:t>
    </dgm:pt>
    <dgm:pt modelId="{52C29C0A-C1DE-4E68-8978-94349461D119}" type="parTrans" cxnId="{D5E542B2-C696-42B0-85F1-7FA1F525BC95}">
      <dgm:prSet/>
      <dgm:spPr/>
      <dgm:t>
        <a:bodyPr/>
        <a:lstStyle/>
        <a:p>
          <a:endParaRPr lang="en-US"/>
        </a:p>
      </dgm:t>
    </dgm:pt>
    <dgm:pt modelId="{F827DE9B-2AEF-485A-B7A2-1C906FE9DCE3}" type="sibTrans" cxnId="{D5E542B2-C696-42B0-85F1-7FA1F525BC95}">
      <dgm:prSet/>
      <dgm:spPr/>
      <dgm:t>
        <a:bodyPr/>
        <a:lstStyle/>
        <a:p>
          <a:endParaRPr lang="en-US"/>
        </a:p>
      </dgm:t>
    </dgm:pt>
    <dgm:pt modelId="{F44930D6-73AF-4EBA-B2CA-EACDB903ED70}">
      <dgm:prSet/>
      <dgm:spPr/>
      <dgm:t>
        <a:bodyPr/>
        <a:lstStyle/>
        <a:p>
          <a:r>
            <a:rPr lang="en-US"/>
            <a:t>Delete a node at a specific position</a:t>
          </a:r>
        </a:p>
      </dgm:t>
    </dgm:pt>
    <dgm:pt modelId="{7B29732B-3510-455E-A001-9A12C467EDFC}" type="parTrans" cxnId="{EA4A788B-044C-4783-984B-B898F3828A86}">
      <dgm:prSet/>
      <dgm:spPr/>
      <dgm:t>
        <a:bodyPr/>
        <a:lstStyle/>
        <a:p>
          <a:endParaRPr lang="en-US"/>
        </a:p>
      </dgm:t>
    </dgm:pt>
    <dgm:pt modelId="{C6BEED2D-9E77-43DD-8CB5-5C8FD7414296}" type="sibTrans" cxnId="{EA4A788B-044C-4783-984B-B898F3828A86}">
      <dgm:prSet/>
      <dgm:spPr/>
      <dgm:t>
        <a:bodyPr/>
        <a:lstStyle/>
        <a:p>
          <a:endParaRPr lang="en-US"/>
        </a:p>
      </dgm:t>
    </dgm:pt>
    <dgm:pt modelId="{8C5326C4-62D6-4605-8860-66520D8BC9C0}">
      <dgm:prSet/>
      <dgm:spPr/>
      <dgm:t>
        <a:bodyPr/>
        <a:lstStyle/>
        <a:p>
          <a:r>
            <a:rPr lang="en-US"/>
            <a:t>Delete a particular node</a:t>
          </a:r>
        </a:p>
      </dgm:t>
    </dgm:pt>
    <dgm:pt modelId="{026B88D1-BC84-4224-95A6-57CB8C910186}" type="parTrans" cxnId="{E82C0DE7-A014-41B1-BF0E-1FB9BFED69A7}">
      <dgm:prSet/>
      <dgm:spPr/>
      <dgm:t>
        <a:bodyPr/>
        <a:lstStyle/>
        <a:p>
          <a:endParaRPr lang="en-US"/>
        </a:p>
      </dgm:t>
    </dgm:pt>
    <dgm:pt modelId="{F60B3494-0791-4E1C-AFE5-DB1460ADE67E}" type="sibTrans" cxnId="{E82C0DE7-A014-41B1-BF0E-1FB9BFED69A7}">
      <dgm:prSet/>
      <dgm:spPr/>
      <dgm:t>
        <a:bodyPr/>
        <a:lstStyle/>
        <a:p>
          <a:endParaRPr lang="en-US"/>
        </a:p>
      </dgm:t>
    </dgm:pt>
    <dgm:pt modelId="{AC957725-99F6-4541-800F-1B43268DC4E2}">
      <dgm:prSet/>
      <dgm:spPr/>
      <dgm:t>
        <a:bodyPr/>
        <a:lstStyle/>
        <a:p>
          <a:r>
            <a:rPr lang="en-US"/>
            <a:t>After deletion, the remaining nodes must remain correctly connected.</a:t>
          </a:r>
        </a:p>
      </dgm:t>
    </dgm:pt>
    <dgm:pt modelId="{2256FB2C-FC8D-4C35-A600-FBACDD8DB437}" type="parTrans" cxnId="{6006947B-62E4-4AA8-BBAF-334443AF4249}">
      <dgm:prSet/>
      <dgm:spPr/>
      <dgm:t>
        <a:bodyPr/>
        <a:lstStyle/>
        <a:p>
          <a:endParaRPr lang="en-US"/>
        </a:p>
      </dgm:t>
    </dgm:pt>
    <dgm:pt modelId="{1307D34D-8280-4404-96F8-70736DFD9DF6}" type="sibTrans" cxnId="{6006947B-62E4-4AA8-BBAF-334443AF4249}">
      <dgm:prSet/>
      <dgm:spPr/>
      <dgm:t>
        <a:bodyPr/>
        <a:lstStyle/>
        <a:p>
          <a:endParaRPr lang="en-US"/>
        </a:p>
      </dgm:t>
    </dgm:pt>
    <dgm:pt modelId="{CE219FEB-5FE8-40DE-87BB-E152139254D7}">
      <dgm:prSet/>
      <dgm:spPr/>
      <dgm:t>
        <a:bodyPr/>
        <a:lstStyle/>
        <a:p>
          <a:r>
            <a:rPr lang="en-US"/>
            <a:t>In C++, dynamically allocated nodes should be released appropriately.</a:t>
          </a:r>
        </a:p>
      </dgm:t>
    </dgm:pt>
    <dgm:pt modelId="{D5A0FC2E-97A4-4957-9F57-3EF971306CBB}" type="parTrans" cxnId="{9998012E-E364-4505-BAE9-54DD6A01154C}">
      <dgm:prSet/>
      <dgm:spPr/>
      <dgm:t>
        <a:bodyPr/>
        <a:lstStyle/>
        <a:p>
          <a:endParaRPr lang="en-US"/>
        </a:p>
      </dgm:t>
    </dgm:pt>
    <dgm:pt modelId="{8301A3C2-A9F4-41E5-8CC0-E0E071526A37}" type="sibTrans" cxnId="{9998012E-E364-4505-BAE9-54DD6A01154C}">
      <dgm:prSet/>
      <dgm:spPr/>
      <dgm:t>
        <a:bodyPr/>
        <a:lstStyle/>
        <a:p>
          <a:endParaRPr lang="en-US"/>
        </a:p>
      </dgm:t>
    </dgm:pt>
    <dgm:pt modelId="{CD07EC8C-CBBE-4269-A1EC-97104B5FC9BE}" type="pres">
      <dgm:prSet presAssocID="{77184C78-73F5-47FA-A96E-9A378A885887}" presName="CompostProcess" presStyleCnt="0">
        <dgm:presLayoutVars>
          <dgm:dir/>
          <dgm:resizeHandles val="exact"/>
        </dgm:presLayoutVars>
      </dgm:prSet>
      <dgm:spPr/>
    </dgm:pt>
    <dgm:pt modelId="{56B90AAE-06BA-4E74-AECB-56AAD52AA0B4}" type="pres">
      <dgm:prSet presAssocID="{77184C78-73F5-47FA-A96E-9A378A885887}" presName="arrow" presStyleLbl="bgShp" presStyleIdx="0" presStyleCnt="1"/>
      <dgm:spPr/>
    </dgm:pt>
    <dgm:pt modelId="{DD7093DB-89D8-4AB4-93FA-4E66838C861D}" type="pres">
      <dgm:prSet presAssocID="{77184C78-73F5-47FA-A96E-9A378A885887}" presName="linearProcess" presStyleCnt="0"/>
      <dgm:spPr/>
    </dgm:pt>
    <dgm:pt modelId="{E4DB03AC-49F3-42AC-B2E3-5727BF6A797C}" type="pres">
      <dgm:prSet presAssocID="{002EE2CD-6AAF-4FF5-97D2-9F22E31E8C3B}" presName="textNode" presStyleLbl="node1" presStyleIdx="0" presStyleCnt="4">
        <dgm:presLayoutVars>
          <dgm:bulletEnabled val="1"/>
        </dgm:presLayoutVars>
      </dgm:prSet>
      <dgm:spPr/>
    </dgm:pt>
    <dgm:pt modelId="{BABF918B-DEE2-49E0-B85C-61564B9B0591}" type="pres">
      <dgm:prSet presAssocID="{A409C0B3-35B7-4FA0-AAAF-A813CB584585}" presName="sibTrans" presStyleCnt="0"/>
      <dgm:spPr/>
    </dgm:pt>
    <dgm:pt modelId="{E0898F83-936B-44F3-BD08-6CF06EC14A6B}" type="pres">
      <dgm:prSet presAssocID="{A284C2E9-836B-449D-8311-35C60B8F60D8}" presName="textNode" presStyleLbl="node1" presStyleIdx="1" presStyleCnt="4">
        <dgm:presLayoutVars>
          <dgm:bulletEnabled val="1"/>
        </dgm:presLayoutVars>
      </dgm:prSet>
      <dgm:spPr/>
    </dgm:pt>
    <dgm:pt modelId="{88DEA6FF-45E3-4485-A48C-554A79692220}" type="pres">
      <dgm:prSet presAssocID="{04E83953-015C-4908-B722-6D86E98C65DF}" presName="sibTrans" presStyleCnt="0"/>
      <dgm:spPr/>
    </dgm:pt>
    <dgm:pt modelId="{D92F8AA0-657F-4416-8789-C136FB24B4B9}" type="pres">
      <dgm:prSet presAssocID="{AC957725-99F6-4541-800F-1B43268DC4E2}" presName="textNode" presStyleLbl="node1" presStyleIdx="2" presStyleCnt="4">
        <dgm:presLayoutVars>
          <dgm:bulletEnabled val="1"/>
        </dgm:presLayoutVars>
      </dgm:prSet>
      <dgm:spPr/>
    </dgm:pt>
    <dgm:pt modelId="{BB368453-A9F5-4238-BD73-AB8C2751B6A7}" type="pres">
      <dgm:prSet presAssocID="{1307D34D-8280-4404-96F8-70736DFD9DF6}" presName="sibTrans" presStyleCnt="0"/>
      <dgm:spPr/>
    </dgm:pt>
    <dgm:pt modelId="{6BDAB84B-3E5F-4A04-A59F-7D75FE0249CF}" type="pres">
      <dgm:prSet presAssocID="{CE219FEB-5FE8-40DE-87BB-E152139254D7}" presName="textNode" presStyleLbl="node1" presStyleIdx="3" presStyleCnt="4">
        <dgm:presLayoutVars>
          <dgm:bulletEnabled val="1"/>
        </dgm:presLayoutVars>
      </dgm:prSet>
      <dgm:spPr/>
    </dgm:pt>
  </dgm:ptLst>
  <dgm:cxnLst>
    <dgm:cxn modelId="{8D260416-FDE0-4C3A-9D21-EAB304FBC716}" type="presOf" srcId="{8C5326C4-62D6-4605-8860-66520D8BC9C0}" destId="{E0898F83-936B-44F3-BD08-6CF06EC14A6B}" srcOrd="0" destOrd="4" presId="urn:microsoft.com/office/officeart/2005/8/layout/hProcess9"/>
    <dgm:cxn modelId="{57206316-B4AC-4B4C-B38F-175DEC2C2A2F}" srcId="{77184C78-73F5-47FA-A96E-9A378A885887}" destId="{002EE2CD-6AAF-4FF5-97D2-9F22E31E8C3B}" srcOrd="0" destOrd="0" parTransId="{A38FDF13-68BD-4139-805B-F818ED31A207}" sibTransId="{A409C0B3-35B7-4FA0-AAAF-A813CB584585}"/>
    <dgm:cxn modelId="{A3987019-E9C9-43C8-A00A-F0299213CA10}" type="presOf" srcId="{77184C78-73F5-47FA-A96E-9A378A885887}" destId="{CD07EC8C-CBBE-4269-A1EC-97104B5FC9BE}" srcOrd="0" destOrd="0" presId="urn:microsoft.com/office/officeart/2005/8/layout/hProcess9"/>
    <dgm:cxn modelId="{4A9F7F2B-AC20-4254-AF59-4021FC1107FE}" type="presOf" srcId="{002EE2CD-6AAF-4FF5-97D2-9F22E31E8C3B}" destId="{E4DB03AC-49F3-42AC-B2E3-5727BF6A797C}" srcOrd="0" destOrd="0" presId="urn:microsoft.com/office/officeart/2005/8/layout/hProcess9"/>
    <dgm:cxn modelId="{9998012E-E364-4505-BAE9-54DD6A01154C}" srcId="{77184C78-73F5-47FA-A96E-9A378A885887}" destId="{CE219FEB-5FE8-40DE-87BB-E152139254D7}" srcOrd="3" destOrd="0" parTransId="{D5A0FC2E-97A4-4957-9F57-3EF971306CBB}" sibTransId="{8301A3C2-A9F4-41E5-8CC0-E0E071526A37}"/>
    <dgm:cxn modelId="{6709CE65-8669-4CE9-8180-674255CC2421}" type="presOf" srcId="{F44930D6-73AF-4EBA-B2CA-EACDB903ED70}" destId="{E0898F83-936B-44F3-BD08-6CF06EC14A6B}" srcOrd="0" destOrd="3" presId="urn:microsoft.com/office/officeart/2005/8/layout/hProcess9"/>
    <dgm:cxn modelId="{29F3C974-9C15-4B8F-9223-1F7B39DB80E3}" type="presOf" srcId="{BF9551E5-4CEF-4A82-AF66-02184C98F893}" destId="{E0898F83-936B-44F3-BD08-6CF06EC14A6B}" srcOrd="0" destOrd="2" presId="urn:microsoft.com/office/officeart/2005/8/layout/hProcess9"/>
    <dgm:cxn modelId="{6006947B-62E4-4AA8-BBAF-334443AF4249}" srcId="{77184C78-73F5-47FA-A96E-9A378A885887}" destId="{AC957725-99F6-4541-800F-1B43268DC4E2}" srcOrd="2" destOrd="0" parTransId="{2256FB2C-FC8D-4C35-A600-FBACDD8DB437}" sibTransId="{1307D34D-8280-4404-96F8-70736DFD9DF6}"/>
    <dgm:cxn modelId="{9A3CF084-CA74-4505-AD84-BC65A0D34C90}" type="presOf" srcId="{C0A35F78-D7FF-40C7-8F6F-2C6034919A10}" destId="{E0898F83-936B-44F3-BD08-6CF06EC14A6B}" srcOrd="0" destOrd="1" presId="urn:microsoft.com/office/officeart/2005/8/layout/hProcess9"/>
    <dgm:cxn modelId="{EA4A788B-044C-4783-984B-B898F3828A86}" srcId="{A284C2E9-836B-449D-8311-35C60B8F60D8}" destId="{F44930D6-73AF-4EBA-B2CA-EACDB903ED70}" srcOrd="2" destOrd="0" parTransId="{7B29732B-3510-455E-A001-9A12C467EDFC}" sibTransId="{C6BEED2D-9E77-43DD-8CB5-5C8FD7414296}"/>
    <dgm:cxn modelId="{6FFE228E-935B-48D1-B6AF-0EE6CD4965C9}" type="presOf" srcId="{AC957725-99F6-4541-800F-1B43268DC4E2}" destId="{D92F8AA0-657F-4416-8789-C136FB24B4B9}" srcOrd="0" destOrd="0" presId="urn:microsoft.com/office/officeart/2005/8/layout/hProcess9"/>
    <dgm:cxn modelId="{FE294498-39BE-4C38-A78B-CEE1D3C72976}" type="presOf" srcId="{CE219FEB-5FE8-40DE-87BB-E152139254D7}" destId="{6BDAB84B-3E5F-4A04-A59F-7D75FE0249CF}" srcOrd="0" destOrd="0" presId="urn:microsoft.com/office/officeart/2005/8/layout/hProcess9"/>
    <dgm:cxn modelId="{2FF40EA7-F3AF-40C5-9FBA-62D9CF382B0E}" srcId="{77184C78-73F5-47FA-A96E-9A378A885887}" destId="{A284C2E9-836B-449D-8311-35C60B8F60D8}" srcOrd="1" destOrd="0" parTransId="{B0859306-9C5C-4456-92D0-63B18C1CFFC3}" sibTransId="{04E83953-015C-4908-B722-6D86E98C65DF}"/>
    <dgm:cxn modelId="{D5E542B2-C696-42B0-85F1-7FA1F525BC95}" srcId="{A284C2E9-836B-449D-8311-35C60B8F60D8}" destId="{BF9551E5-4CEF-4A82-AF66-02184C98F893}" srcOrd="1" destOrd="0" parTransId="{52C29C0A-C1DE-4E68-8978-94349461D119}" sibTransId="{F827DE9B-2AEF-485A-B7A2-1C906FE9DCE3}"/>
    <dgm:cxn modelId="{E82C0DE7-A014-41B1-BF0E-1FB9BFED69A7}" srcId="{A284C2E9-836B-449D-8311-35C60B8F60D8}" destId="{8C5326C4-62D6-4605-8860-66520D8BC9C0}" srcOrd="3" destOrd="0" parTransId="{026B88D1-BC84-4224-95A6-57CB8C910186}" sibTransId="{F60B3494-0791-4E1C-AFE5-DB1460ADE67E}"/>
    <dgm:cxn modelId="{6F28C0F1-89CA-46C4-B8D9-C786571994F9}" type="presOf" srcId="{A284C2E9-836B-449D-8311-35C60B8F60D8}" destId="{E0898F83-936B-44F3-BD08-6CF06EC14A6B}" srcOrd="0" destOrd="0" presId="urn:microsoft.com/office/officeart/2005/8/layout/hProcess9"/>
    <dgm:cxn modelId="{C1BA6CF3-4A53-48A5-AEE6-AE9B081652BA}" srcId="{A284C2E9-836B-449D-8311-35C60B8F60D8}" destId="{C0A35F78-D7FF-40C7-8F6F-2C6034919A10}" srcOrd="0" destOrd="0" parTransId="{586739B7-A1E1-4E3E-83C1-FC9F2CD02CE9}" sibTransId="{01038070-D345-492D-9DA3-9ADA4368950A}"/>
    <dgm:cxn modelId="{797D2BF7-ECB9-4AB4-9563-0ED4CA5392CB}" type="presParOf" srcId="{CD07EC8C-CBBE-4269-A1EC-97104B5FC9BE}" destId="{56B90AAE-06BA-4E74-AECB-56AAD52AA0B4}" srcOrd="0" destOrd="0" presId="urn:microsoft.com/office/officeart/2005/8/layout/hProcess9"/>
    <dgm:cxn modelId="{A73ECAA4-C12B-4D48-BBEA-93043CEF6A98}" type="presParOf" srcId="{CD07EC8C-CBBE-4269-A1EC-97104B5FC9BE}" destId="{DD7093DB-89D8-4AB4-93FA-4E66838C861D}" srcOrd="1" destOrd="0" presId="urn:microsoft.com/office/officeart/2005/8/layout/hProcess9"/>
    <dgm:cxn modelId="{CA991E18-E339-4E6B-BAE5-CC8CE8B2CB12}" type="presParOf" srcId="{DD7093DB-89D8-4AB4-93FA-4E66838C861D}" destId="{E4DB03AC-49F3-42AC-B2E3-5727BF6A797C}" srcOrd="0" destOrd="0" presId="urn:microsoft.com/office/officeart/2005/8/layout/hProcess9"/>
    <dgm:cxn modelId="{9217CBB6-E3D8-4C9F-9F0F-D92468D2613D}" type="presParOf" srcId="{DD7093DB-89D8-4AB4-93FA-4E66838C861D}" destId="{BABF918B-DEE2-49E0-B85C-61564B9B0591}" srcOrd="1" destOrd="0" presId="urn:microsoft.com/office/officeart/2005/8/layout/hProcess9"/>
    <dgm:cxn modelId="{93277AFB-E285-492D-8E9B-BA4D9761F565}" type="presParOf" srcId="{DD7093DB-89D8-4AB4-93FA-4E66838C861D}" destId="{E0898F83-936B-44F3-BD08-6CF06EC14A6B}" srcOrd="2" destOrd="0" presId="urn:microsoft.com/office/officeart/2005/8/layout/hProcess9"/>
    <dgm:cxn modelId="{C5FA322B-0CED-47A3-A6A2-1346E919AB22}" type="presParOf" srcId="{DD7093DB-89D8-4AB4-93FA-4E66838C861D}" destId="{88DEA6FF-45E3-4485-A48C-554A79692220}" srcOrd="3" destOrd="0" presId="urn:microsoft.com/office/officeart/2005/8/layout/hProcess9"/>
    <dgm:cxn modelId="{8125695B-DB40-4B54-9E2F-8DE5F046ACB0}" type="presParOf" srcId="{DD7093DB-89D8-4AB4-93FA-4E66838C861D}" destId="{D92F8AA0-657F-4416-8789-C136FB24B4B9}" srcOrd="4" destOrd="0" presId="urn:microsoft.com/office/officeart/2005/8/layout/hProcess9"/>
    <dgm:cxn modelId="{0483D323-1938-41CF-9464-A2C0AE91F077}" type="presParOf" srcId="{DD7093DB-89D8-4AB4-93FA-4E66838C861D}" destId="{BB368453-A9F5-4238-BD73-AB8C2751B6A7}" srcOrd="5" destOrd="0" presId="urn:microsoft.com/office/officeart/2005/8/layout/hProcess9"/>
    <dgm:cxn modelId="{D1A4636C-4B02-46ED-A975-148B2D4963D5}" type="presParOf" srcId="{DD7093DB-89D8-4AB4-93FA-4E66838C861D}" destId="{6BDAB84B-3E5F-4A04-A59F-7D75FE0249CF}" srcOrd="6"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7127D1-30CC-4C44-85DF-AC728AFA1710}" type="doc">
      <dgm:prSet loTypeId="urn:microsoft.com/office/officeart/2005/8/layout/process1" loCatId="process" qsTypeId="urn:microsoft.com/office/officeart/2005/8/quickstyle/simple4" qsCatId="simple" csTypeId="urn:microsoft.com/office/officeart/2005/8/colors/colorful5" csCatId="colorful" phldr="1"/>
      <dgm:spPr/>
      <dgm:t>
        <a:bodyPr/>
        <a:lstStyle/>
        <a:p>
          <a:endParaRPr lang="en-US"/>
        </a:p>
      </dgm:t>
    </dgm:pt>
    <dgm:pt modelId="{35A13F9B-E377-41C5-9E42-101BD581055D}">
      <dgm:prSet/>
      <dgm:spPr>
        <a:solidFill>
          <a:srgbClr val="0070C0"/>
        </a:solidFill>
      </dgm:spPr>
      <dgm:t>
        <a:bodyPr/>
        <a:lstStyle/>
        <a:p>
          <a:r>
            <a:rPr lang="en-ZA" dirty="0"/>
            <a:t>Linked lists are dynamic data structures made up of interconnected nodes, where each node stores data and a pointer or reference to another node. This presentation covered the structure and types of linked lists, including singly, doubly, and circular linked lists, as well as the importance of traversal when accessing or searching for nodes. It also examined </a:t>
          </a:r>
          <a:r>
            <a:rPr lang="en-ZA" b="1" dirty="0"/>
            <a:t>insertion and deletion</a:t>
          </a:r>
          <a:r>
            <a:rPr lang="en-ZA" dirty="0"/>
            <a:t>, including operations at the beginning, end, and middle of a list, which are performed by adjusting links rather than shifting elements.</a:t>
          </a:r>
          <a:endParaRPr lang="en-US" dirty="0"/>
        </a:p>
      </dgm:t>
    </dgm:pt>
    <dgm:pt modelId="{27B65ED9-2891-4792-B568-809FA08A26A7}" type="parTrans" cxnId="{16282341-7362-40D0-BC7D-0A827DC305D9}">
      <dgm:prSet/>
      <dgm:spPr/>
      <dgm:t>
        <a:bodyPr/>
        <a:lstStyle/>
        <a:p>
          <a:endParaRPr lang="en-US"/>
        </a:p>
      </dgm:t>
    </dgm:pt>
    <dgm:pt modelId="{C5E073B1-9173-4ECA-9BCB-1F7C0FA8AF3E}" type="sibTrans" cxnId="{16282341-7362-40D0-BC7D-0A827DC305D9}">
      <dgm:prSet/>
      <dgm:spPr>
        <a:solidFill>
          <a:srgbClr val="C00000"/>
        </a:solidFill>
      </dgm:spPr>
      <dgm:t>
        <a:bodyPr/>
        <a:lstStyle/>
        <a:p>
          <a:endParaRPr lang="en-US"/>
        </a:p>
      </dgm:t>
    </dgm:pt>
    <dgm:pt modelId="{AF958F24-499C-4EA7-9890-18CD225D438C}">
      <dgm:prSet/>
      <dgm:spPr>
        <a:solidFill>
          <a:srgbClr val="C00000"/>
        </a:solidFill>
      </dgm:spPr>
      <dgm:t>
        <a:bodyPr/>
        <a:lstStyle/>
        <a:p>
          <a:r>
            <a:rPr lang="en-ZA"/>
            <a:t>The presentation also highlighted the importance of </a:t>
          </a:r>
          <a:r>
            <a:rPr lang="en-ZA" b="1"/>
            <a:t>pointer management</a:t>
          </a:r>
          <a:r>
            <a:rPr lang="en-ZA"/>
            <a:t>, as incorrect manipulation can result in lost nodes, invalid memory access, or broken lists. Although linked lists provide efficient O(1) insertion and deletion when the required node or position is already known, finding a position may require </a:t>
          </a:r>
          <a:r>
            <a:rPr lang="en-ZA" b="1"/>
            <a:t>O(n)</a:t>
          </a:r>
          <a:r>
            <a:rPr lang="en-ZA"/>
            <a:t> traversal. They also require additional memory for pointers and do not provide direct access to elements like arrays.</a:t>
          </a:r>
          <a:endParaRPr lang="en-US"/>
        </a:p>
      </dgm:t>
    </dgm:pt>
    <dgm:pt modelId="{37547018-B076-4ED9-918C-F8E7F8B42712}" type="parTrans" cxnId="{F6FB6442-6F19-421C-BCED-225A070B9186}">
      <dgm:prSet/>
      <dgm:spPr/>
      <dgm:t>
        <a:bodyPr/>
        <a:lstStyle/>
        <a:p>
          <a:endParaRPr lang="en-US"/>
        </a:p>
      </dgm:t>
    </dgm:pt>
    <dgm:pt modelId="{EFA512EC-82DE-4139-BA77-5D95EDA04AF6}" type="sibTrans" cxnId="{F6FB6442-6F19-421C-BCED-225A070B9186}">
      <dgm:prSet/>
      <dgm:spPr>
        <a:solidFill>
          <a:schemeClr val="accent4">
            <a:lumMod val="75000"/>
          </a:schemeClr>
        </a:solidFill>
      </dgm:spPr>
      <dgm:t>
        <a:bodyPr/>
        <a:lstStyle/>
        <a:p>
          <a:endParaRPr lang="en-US"/>
        </a:p>
      </dgm:t>
    </dgm:pt>
    <dgm:pt modelId="{92FB7B9F-1C3E-41D9-89B8-289F32DF396B}">
      <dgm:prSet/>
      <dgm:spPr>
        <a:solidFill>
          <a:schemeClr val="accent4">
            <a:lumMod val="75000"/>
          </a:schemeClr>
        </a:solidFill>
      </dgm:spPr>
      <dgm:t>
        <a:bodyPr/>
        <a:lstStyle/>
        <a:p>
          <a:r>
            <a:rPr lang="en-ZA" dirty="0"/>
            <a:t>Overall, understanding nodes, links, traversal, insertion, deletion, and pointer manipulation allows programmers to use linked lists effectively and determine when they are an appropriate data structure for applications that require dynamic data and frequent insertion and deletion.</a:t>
          </a:r>
          <a:endParaRPr lang="en-US" dirty="0"/>
        </a:p>
      </dgm:t>
    </dgm:pt>
    <dgm:pt modelId="{0BCAC932-DDC1-4779-B51F-5C7343B1E3B1}" type="parTrans" cxnId="{632E96EF-020C-4879-AB5D-1386884D29C5}">
      <dgm:prSet/>
      <dgm:spPr/>
      <dgm:t>
        <a:bodyPr/>
        <a:lstStyle/>
        <a:p>
          <a:endParaRPr lang="en-US"/>
        </a:p>
      </dgm:t>
    </dgm:pt>
    <dgm:pt modelId="{CACFC38F-5EE8-4196-B639-0EC6275DECD9}" type="sibTrans" cxnId="{632E96EF-020C-4879-AB5D-1386884D29C5}">
      <dgm:prSet/>
      <dgm:spPr/>
      <dgm:t>
        <a:bodyPr/>
        <a:lstStyle/>
        <a:p>
          <a:endParaRPr lang="en-US"/>
        </a:p>
      </dgm:t>
    </dgm:pt>
    <dgm:pt modelId="{9D634246-4622-4FD3-B5E8-B1C15D2AAD42}" type="pres">
      <dgm:prSet presAssocID="{F77127D1-30CC-4C44-85DF-AC728AFA1710}" presName="Name0" presStyleCnt="0">
        <dgm:presLayoutVars>
          <dgm:dir/>
          <dgm:resizeHandles val="exact"/>
        </dgm:presLayoutVars>
      </dgm:prSet>
      <dgm:spPr/>
    </dgm:pt>
    <dgm:pt modelId="{E3D4CC40-79D4-4512-8843-CD3E36200384}" type="pres">
      <dgm:prSet presAssocID="{35A13F9B-E377-41C5-9E42-101BD581055D}" presName="node" presStyleLbl="node1" presStyleIdx="0" presStyleCnt="3">
        <dgm:presLayoutVars>
          <dgm:bulletEnabled val="1"/>
        </dgm:presLayoutVars>
      </dgm:prSet>
      <dgm:spPr/>
    </dgm:pt>
    <dgm:pt modelId="{C7C8B617-6707-4D6B-837D-6A6AE2548926}" type="pres">
      <dgm:prSet presAssocID="{C5E073B1-9173-4ECA-9BCB-1F7C0FA8AF3E}" presName="sibTrans" presStyleLbl="sibTrans2D1" presStyleIdx="0" presStyleCnt="2"/>
      <dgm:spPr/>
    </dgm:pt>
    <dgm:pt modelId="{DD908D2E-0230-4303-B898-DFC69B1BD601}" type="pres">
      <dgm:prSet presAssocID="{C5E073B1-9173-4ECA-9BCB-1F7C0FA8AF3E}" presName="connectorText" presStyleLbl="sibTrans2D1" presStyleIdx="0" presStyleCnt="2"/>
      <dgm:spPr/>
    </dgm:pt>
    <dgm:pt modelId="{4A4681CE-9F56-4F16-81EC-A533DC9A8E59}" type="pres">
      <dgm:prSet presAssocID="{AF958F24-499C-4EA7-9890-18CD225D438C}" presName="node" presStyleLbl="node1" presStyleIdx="1" presStyleCnt="3">
        <dgm:presLayoutVars>
          <dgm:bulletEnabled val="1"/>
        </dgm:presLayoutVars>
      </dgm:prSet>
      <dgm:spPr/>
    </dgm:pt>
    <dgm:pt modelId="{ADE2F749-74B5-4353-8795-0632B5D155CF}" type="pres">
      <dgm:prSet presAssocID="{EFA512EC-82DE-4139-BA77-5D95EDA04AF6}" presName="sibTrans" presStyleLbl="sibTrans2D1" presStyleIdx="1" presStyleCnt="2"/>
      <dgm:spPr/>
    </dgm:pt>
    <dgm:pt modelId="{655B01FF-82AD-4E12-892D-DB3847E79589}" type="pres">
      <dgm:prSet presAssocID="{EFA512EC-82DE-4139-BA77-5D95EDA04AF6}" presName="connectorText" presStyleLbl="sibTrans2D1" presStyleIdx="1" presStyleCnt="2"/>
      <dgm:spPr/>
    </dgm:pt>
    <dgm:pt modelId="{E406CE76-102A-447C-9571-23CF0343D2F9}" type="pres">
      <dgm:prSet presAssocID="{92FB7B9F-1C3E-41D9-89B8-289F32DF396B}" presName="node" presStyleLbl="node1" presStyleIdx="2" presStyleCnt="3">
        <dgm:presLayoutVars>
          <dgm:bulletEnabled val="1"/>
        </dgm:presLayoutVars>
      </dgm:prSet>
      <dgm:spPr/>
    </dgm:pt>
  </dgm:ptLst>
  <dgm:cxnLst>
    <dgm:cxn modelId="{16282341-7362-40D0-BC7D-0A827DC305D9}" srcId="{F77127D1-30CC-4C44-85DF-AC728AFA1710}" destId="{35A13F9B-E377-41C5-9E42-101BD581055D}" srcOrd="0" destOrd="0" parTransId="{27B65ED9-2891-4792-B568-809FA08A26A7}" sibTransId="{C5E073B1-9173-4ECA-9BCB-1F7C0FA8AF3E}"/>
    <dgm:cxn modelId="{F6FB6442-6F19-421C-BCED-225A070B9186}" srcId="{F77127D1-30CC-4C44-85DF-AC728AFA1710}" destId="{AF958F24-499C-4EA7-9890-18CD225D438C}" srcOrd="1" destOrd="0" parTransId="{37547018-B076-4ED9-918C-F8E7F8B42712}" sibTransId="{EFA512EC-82DE-4139-BA77-5D95EDA04AF6}"/>
    <dgm:cxn modelId="{4E66394F-D3EE-475E-A480-31083314EFCA}" type="presOf" srcId="{C5E073B1-9173-4ECA-9BCB-1F7C0FA8AF3E}" destId="{C7C8B617-6707-4D6B-837D-6A6AE2548926}" srcOrd="0" destOrd="0" presId="urn:microsoft.com/office/officeart/2005/8/layout/process1"/>
    <dgm:cxn modelId="{2250A450-A1CA-41BD-AA36-FE5DD39CD780}" type="presOf" srcId="{AF958F24-499C-4EA7-9890-18CD225D438C}" destId="{4A4681CE-9F56-4F16-81EC-A533DC9A8E59}" srcOrd="0" destOrd="0" presId="urn:microsoft.com/office/officeart/2005/8/layout/process1"/>
    <dgm:cxn modelId="{04793BAA-D5B2-42D6-B731-97AB4CDF4A5C}" type="presOf" srcId="{35A13F9B-E377-41C5-9E42-101BD581055D}" destId="{E3D4CC40-79D4-4512-8843-CD3E36200384}" srcOrd="0" destOrd="0" presId="urn:microsoft.com/office/officeart/2005/8/layout/process1"/>
    <dgm:cxn modelId="{953744C4-4A7B-4B9A-BCBC-ED37D2EE431F}" type="presOf" srcId="{92FB7B9F-1C3E-41D9-89B8-289F32DF396B}" destId="{E406CE76-102A-447C-9571-23CF0343D2F9}" srcOrd="0" destOrd="0" presId="urn:microsoft.com/office/officeart/2005/8/layout/process1"/>
    <dgm:cxn modelId="{5F4BADDC-1E21-4BD5-89BA-05377C965C65}" type="presOf" srcId="{EFA512EC-82DE-4139-BA77-5D95EDA04AF6}" destId="{655B01FF-82AD-4E12-892D-DB3847E79589}" srcOrd="1" destOrd="0" presId="urn:microsoft.com/office/officeart/2005/8/layout/process1"/>
    <dgm:cxn modelId="{8B2E08DF-867B-4A4F-AC7A-D7908415F3BC}" type="presOf" srcId="{F77127D1-30CC-4C44-85DF-AC728AFA1710}" destId="{9D634246-4622-4FD3-B5E8-B1C15D2AAD42}" srcOrd="0" destOrd="0" presId="urn:microsoft.com/office/officeart/2005/8/layout/process1"/>
    <dgm:cxn modelId="{0316CFE4-D4DB-499A-A8A3-0AB509A587AC}" type="presOf" srcId="{EFA512EC-82DE-4139-BA77-5D95EDA04AF6}" destId="{ADE2F749-74B5-4353-8795-0632B5D155CF}" srcOrd="0" destOrd="0" presId="urn:microsoft.com/office/officeart/2005/8/layout/process1"/>
    <dgm:cxn modelId="{CCC859ED-D4FE-41BE-9C66-39906B4FC704}" type="presOf" srcId="{C5E073B1-9173-4ECA-9BCB-1F7C0FA8AF3E}" destId="{DD908D2E-0230-4303-B898-DFC69B1BD601}" srcOrd="1" destOrd="0" presId="urn:microsoft.com/office/officeart/2005/8/layout/process1"/>
    <dgm:cxn modelId="{632E96EF-020C-4879-AB5D-1386884D29C5}" srcId="{F77127D1-30CC-4C44-85DF-AC728AFA1710}" destId="{92FB7B9F-1C3E-41D9-89B8-289F32DF396B}" srcOrd="2" destOrd="0" parTransId="{0BCAC932-DDC1-4779-B51F-5C7343B1E3B1}" sibTransId="{CACFC38F-5EE8-4196-B639-0EC6275DECD9}"/>
    <dgm:cxn modelId="{C9E3DE70-317B-4AD9-A248-A1C442B03BBC}" type="presParOf" srcId="{9D634246-4622-4FD3-B5E8-B1C15D2AAD42}" destId="{E3D4CC40-79D4-4512-8843-CD3E36200384}" srcOrd="0" destOrd="0" presId="urn:microsoft.com/office/officeart/2005/8/layout/process1"/>
    <dgm:cxn modelId="{4733BEF0-FCC6-4297-9B07-0CC5908C5799}" type="presParOf" srcId="{9D634246-4622-4FD3-B5E8-B1C15D2AAD42}" destId="{C7C8B617-6707-4D6B-837D-6A6AE2548926}" srcOrd="1" destOrd="0" presId="urn:microsoft.com/office/officeart/2005/8/layout/process1"/>
    <dgm:cxn modelId="{555D057B-7956-4DA4-B2ED-1B5E0BD94859}" type="presParOf" srcId="{C7C8B617-6707-4D6B-837D-6A6AE2548926}" destId="{DD908D2E-0230-4303-B898-DFC69B1BD601}" srcOrd="0" destOrd="0" presId="urn:microsoft.com/office/officeart/2005/8/layout/process1"/>
    <dgm:cxn modelId="{3A6A5756-1C86-46E1-8EC1-E8BBD7D9F2B9}" type="presParOf" srcId="{9D634246-4622-4FD3-B5E8-B1C15D2AAD42}" destId="{4A4681CE-9F56-4F16-81EC-A533DC9A8E59}" srcOrd="2" destOrd="0" presId="urn:microsoft.com/office/officeart/2005/8/layout/process1"/>
    <dgm:cxn modelId="{40615E9B-32B3-4934-AD19-3C39DB8A0057}" type="presParOf" srcId="{9D634246-4622-4FD3-B5E8-B1C15D2AAD42}" destId="{ADE2F749-74B5-4353-8795-0632B5D155CF}" srcOrd="3" destOrd="0" presId="urn:microsoft.com/office/officeart/2005/8/layout/process1"/>
    <dgm:cxn modelId="{4E30E46C-7320-4A97-91A5-EA97C2A4DA65}" type="presParOf" srcId="{ADE2F749-74B5-4353-8795-0632B5D155CF}" destId="{655B01FF-82AD-4E12-892D-DB3847E79589}" srcOrd="0" destOrd="0" presId="urn:microsoft.com/office/officeart/2005/8/layout/process1"/>
    <dgm:cxn modelId="{823231E2-15C3-4AD7-9AE5-13FC38D61B68}" type="presParOf" srcId="{9D634246-4622-4FD3-B5E8-B1C15D2AAD42}" destId="{E406CE76-102A-447C-9571-23CF0343D2F9}"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E609B-71E3-4172-9EC7-C8A6186372BD}">
      <dsp:nvSpPr>
        <dsp:cNvPr id="0" name=""/>
        <dsp:cNvSpPr/>
      </dsp:nvSpPr>
      <dsp:spPr>
        <a:xfrm>
          <a:off x="0" y="1686"/>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FDD29974-EC55-43E7-9209-131CD2A63342}">
      <dsp:nvSpPr>
        <dsp:cNvPr id="0" name=""/>
        <dsp:cNvSpPr/>
      </dsp:nvSpPr>
      <dsp:spPr>
        <a:xfrm>
          <a:off x="0" y="1686"/>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1. What is a Linked List</a:t>
          </a:r>
          <a:endParaRPr lang="en-US" sz="1400" kern="1200" dirty="0">
            <a:solidFill>
              <a:schemeClr val="tx1"/>
            </a:solidFill>
          </a:endParaRPr>
        </a:p>
      </dsp:txBody>
      <dsp:txXfrm>
        <a:off x="0" y="1686"/>
        <a:ext cx="9905999" cy="287585"/>
      </dsp:txXfrm>
    </dsp:sp>
    <dsp:sp modelId="{4B36FEC5-94E1-4501-B5F4-82458FAC0A34}">
      <dsp:nvSpPr>
        <dsp:cNvPr id="0" name=""/>
        <dsp:cNvSpPr/>
      </dsp:nvSpPr>
      <dsp:spPr>
        <a:xfrm>
          <a:off x="0" y="289272"/>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81F7F3B-140E-4C33-8BC1-C5C75525F7E0}">
      <dsp:nvSpPr>
        <dsp:cNvPr id="0" name=""/>
        <dsp:cNvSpPr/>
      </dsp:nvSpPr>
      <dsp:spPr>
        <a:xfrm>
          <a:off x="0" y="289272"/>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2. Nodes and Linked-List Structure</a:t>
          </a:r>
          <a:endParaRPr lang="en-US" sz="1400" kern="1200" dirty="0">
            <a:solidFill>
              <a:schemeClr val="tx1"/>
            </a:solidFill>
          </a:endParaRPr>
        </a:p>
      </dsp:txBody>
      <dsp:txXfrm>
        <a:off x="0" y="289272"/>
        <a:ext cx="9905999" cy="287585"/>
      </dsp:txXfrm>
    </dsp:sp>
    <dsp:sp modelId="{C0428263-3B39-466E-AAAE-45A8DF0EEE6C}">
      <dsp:nvSpPr>
        <dsp:cNvPr id="0" name=""/>
        <dsp:cNvSpPr/>
      </dsp:nvSpPr>
      <dsp:spPr>
        <a:xfrm>
          <a:off x="0" y="576857"/>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1EF89A7F-60BE-47F7-AD4F-6FD5D4A02892}">
      <dsp:nvSpPr>
        <dsp:cNvPr id="0" name=""/>
        <dsp:cNvSpPr/>
      </dsp:nvSpPr>
      <dsp:spPr>
        <a:xfrm>
          <a:off x="0" y="576857"/>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3. Types of Linked Lists</a:t>
          </a:r>
          <a:endParaRPr lang="en-US" sz="1400" kern="1200" dirty="0">
            <a:solidFill>
              <a:schemeClr val="tx1"/>
            </a:solidFill>
          </a:endParaRPr>
        </a:p>
      </dsp:txBody>
      <dsp:txXfrm>
        <a:off x="0" y="576857"/>
        <a:ext cx="9905999" cy="287585"/>
      </dsp:txXfrm>
    </dsp:sp>
    <dsp:sp modelId="{9983FA78-C762-4BE7-8316-CD0173113B84}">
      <dsp:nvSpPr>
        <dsp:cNvPr id="0" name=""/>
        <dsp:cNvSpPr/>
      </dsp:nvSpPr>
      <dsp:spPr>
        <a:xfrm>
          <a:off x="0" y="864443"/>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94F37424-4EB9-41E9-8A7A-7C43688D0EA5}">
      <dsp:nvSpPr>
        <dsp:cNvPr id="0" name=""/>
        <dsp:cNvSpPr/>
      </dsp:nvSpPr>
      <dsp:spPr>
        <a:xfrm>
          <a:off x="0" y="864443"/>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4. Traversal</a:t>
          </a:r>
          <a:endParaRPr lang="en-US" sz="1400" kern="1200" dirty="0">
            <a:solidFill>
              <a:schemeClr val="tx1"/>
            </a:solidFill>
          </a:endParaRPr>
        </a:p>
      </dsp:txBody>
      <dsp:txXfrm>
        <a:off x="0" y="864443"/>
        <a:ext cx="9905999" cy="287585"/>
      </dsp:txXfrm>
    </dsp:sp>
    <dsp:sp modelId="{E25C6DF0-18A6-464B-9F67-DB4B3AF0D2B1}">
      <dsp:nvSpPr>
        <dsp:cNvPr id="0" name=""/>
        <dsp:cNvSpPr/>
      </dsp:nvSpPr>
      <dsp:spPr>
        <a:xfrm>
          <a:off x="0" y="1152028"/>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0BB88569-39B9-4014-AD96-28D2E1293222}">
      <dsp:nvSpPr>
        <dsp:cNvPr id="0" name=""/>
        <dsp:cNvSpPr/>
      </dsp:nvSpPr>
      <dsp:spPr>
        <a:xfrm>
          <a:off x="0" y="1152028"/>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5. Insertion </a:t>
          </a:r>
          <a:endParaRPr lang="en-US" sz="1400" kern="1200" dirty="0">
            <a:solidFill>
              <a:schemeClr val="tx1"/>
            </a:solidFill>
          </a:endParaRPr>
        </a:p>
      </dsp:txBody>
      <dsp:txXfrm>
        <a:off x="0" y="1152028"/>
        <a:ext cx="9905999" cy="287585"/>
      </dsp:txXfrm>
    </dsp:sp>
    <dsp:sp modelId="{F3F903F9-F909-40B3-9B4A-C45316AE785F}">
      <dsp:nvSpPr>
        <dsp:cNvPr id="0" name=""/>
        <dsp:cNvSpPr/>
      </dsp:nvSpPr>
      <dsp:spPr>
        <a:xfrm>
          <a:off x="0" y="1439614"/>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59B39A84-5959-4CAF-B0E2-EE37677E38BD}">
      <dsp:nvSpPr>
        <dsp:cNvPr id="0" name=""/>
        <dsp:cNvSpPr/>
      </dsp:nvSpPr>
      <dsp:spPr>
        <a:xfrm>
          <a:off x="0" y="1439614"/>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6. Deletion </a:t>
          </a:r>
          <a:endParaRPr lang="en-US" sz="1400" kern="1200" dirty="0">
            <a:solidFill>
              <a:schemeClr val="tx1"/>
            </a:solidFill>
          </a:endParaRPr>
        </a:p>
      </dsp:txBody>
      <dsp:txXfrm>
        <a:off x="0" y="1439614"/>
        <a:ext cx="9905999" cy="287585"/>
      </dsp:txXfrm>
    </dsp:sp>
    <dsp:sp modelId="{7C733ACB-236E-4443-9004-3170FC87DA95}">
      <dsp:nvSpPr>
        <dsp:cNvPr id="0" name=""/>
        <dsp:cNvSpPr/>
      </dsp:nvSpPr>
      <dsp:spPr>
        <a:xfrm>
          <a:off x="0" y="1727199"/>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08C3EEA-6B11-416F-BE7F-FE404EF951E1}">
      <dsp:nvSpPr>
        <dsp:cNvPr id="0" name=""/>
        <dsp:cNvSpPr/>
      </dsp:nvSpPr>
      <dsp:spPr>
        <a:xfrm>
          <a:off x="0" y="1727199"/>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7. Applications of Linked Lists &amp; Pointer Manipulation &amp; Common Errors</a:t>
          </a:r>
          <a:endParaRPr lang="en-US" sz="1400" kern="1200" dirty="0">
            <a:solidFill>
              <a:schemeClr val="tx1"/>
            </a:solidFill>
          </a:endParaRPr>
        </a:p>
      </dsp:txBody>
      <dsp:txXfrm>
        <a:off x="0" y="1727199"/>
        <a:ext cx="9905999" cy="287585"/>
      </dsp:txXfrm>
    </dsp:sp>
    <dsp:sp modelId="{C50348D3-E2EB-4AFA-B1F9-4F3D6C7064DE}">
      <dsp:nvSpPr>
        <dsp:cNvPr id="0" name=""/>
        <dsp:cNvSpPr/>
      </dsp:nvSpPr>
      <dsp:spPr>
        <a:xfrm>
          <a:off x="0" y="2014784"/>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FDC2EC8-DC37-4407-82BA-352B3648E2DC}">
      <dsp:nvSpPr>
        <dsp:cNvPr id="0" name=""/>
        <dsp:cNvSpPr/>
      </dsp:nvSpPr>
      <dsp:spPr>
        <a:xfrm>
          <a:off x="0" y="2014784"/>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8. Advantages and Disadvantages</a:t>
          </a:r>
          <a:endParaRPr lang="en-US" sz="1400" kern="1200" dirty="0">
            <a:solidFill>
              <a:schemeClr val="tx1"/>
            </a:solidFill>
          </a:endParaRPr>
        </a:p>
      </dsp:txBody>
      <dsp:txXfrm>
        <a:off x="0" y="2014784"/>
        <a:ext cx="9905999" cy="287585"/>
      </dsp:txXfrm>
    </dsp:sp>
    <dsp:sp modelId="{24441C44-402B-43F9-B638-88DBD3600A9F}">
      <dsp:nvSpPr>
        <dsp:cNvPr id="0" name=""/>
        <dsp:cNvSpPr/>
      </dsp:nvSpPr>
      <dsp:spPr>
        <a:xfrm>
          <a:off x="0" y="2302370"/>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378CCAAC-437E-41A8-8D05-4729DC25335F}">
      <dsp:nvSpPr>
        <dsp:cNvPr id="0" name=""/>
        <dsp:cNvSpPr/>
      </dsp:nvSpPr>
      <dsp:spPr>
        <a:xfrm>
          <a:off x="0" y="2302370"/>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9. Project Overview and Source File</a:t>
          </a:r>
          <a:endParaRPr lang="en-US" sz="1400" kern="1200" dirty="0">
            <a:solidFill>
              <a:schemeClr val="tx1"/>
            </a:solidFill>
          </a:endParaRPr>
        </a:p>
      </dsp:txBody>
      <dsp:txXfrm>
        <a:off x="0" y="2302370"/>
        <a:ext cx="9905999" cy="287585"/>
      </dsp:txXfrm>
    </dsp:sp>
    <dsp:sp modelId="{E44F1D4B-07F4-4348-A366-004D740A3632}">
      <dsp:nvSpPr>
        <dsp:cNvPr id="0" name=""/>
        <dsp:cNvSpPr/>
      </dsp:nvSpPr>
      <dsp:spPr>
        <a:xfrm>
          <a:off x="0" y="2589955"/>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269770D6-6554-4833-BE9C-4BF4D595497D}">
      <dsp:nvSpPr>
        <dsp:cNvPr id="0" name=""/>
        <dsp:cNvSpPr/>
      </dsp:nvSpPr>
      <dsp:spPr>
        <a:xfrm>
          <a:off x="0" y="2589955"/>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10. Conclusion</a:t>
          </a:r>
          <a:endParaRPr lang="en-US" sz="1400" kern="1200" dirty="0">
            <a:solidFill>
              <a:schemeClr val="tx1"/>
            </a:solidFill>
          </a:endParaRPr>
        </a:p>
      </dsp:txBody>
      <dsp:txXfrm>
        <a:off x="0" y="2589955"/>
        <a:ext cx="9905999" cy="287585"/>
      </dsp:txXfrm>
    </dsp:sp>
    <dsp:sp modelId="{09072C32-CF55-432F-99AA-E06E50838C8D}">
      <dsp:nvSpPr>
        <dsp:cNvPr id="0" name=""/>
        <dsp:cNvSpPr/>
      </dsp:nvSpPr>
      <dsp:spPr>
        <a:xfrm>
          <a:off x="0" y="2877541"/>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14ED034-9A74-4217-AF16-69E9AF3D1F34}">
      <dsp:nvSpPr>
        <dsp:cNvPr id="0" name=""/>
        <dsp:cNvSpPr/>
      </dsp:nvSpPr>
      <dsp:spPr>
        <a:xfrm>
          <a:off x="0" y="2877541"/>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ZA" sz="1400" kern="1200">
              <a:solidFill>
                <a:schemeClr val="tx1"/>
              </a:solidFill>
            </a:rPr>
            <a:t>11. References</a:t>
          </a:r>
          <a:endParaRPr lang="en-ZA" sz="1400" kern="1200" dirty="0">
            <a:solidFill>
              <a:schemeClr val="tx1"/>
            </a:solidFill>
          </a:endParaRPr>
        </a:p>
      </dsp:txBody>
      <dsp:txXfrm>
        <a:off x="0" y="2877541"/>
        <a:ext cx="9905999" cy="287585"/>
      </dsp:txXfrm>
    </dsp:sp>
    <dsp:sp modelId="{0723930E-AF7E-49BE-9A72-4BE086CA5191}">
      <dsp:nvSpPr>
        <dsp:cNvPr id="0" name=""/>
        <dsp:cNvSpPr/>
      </dsp:nvSpPr>
      <dsp:spPr>
        <a:xfrm>
          <a:off x="0" y="3165126"/>
          <a:ext cx="9905999"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B0FD5B3-8C0D-4C02-A887-5E3AFA6E64FB}">
      <dsp:nvSpPr>
        <dsp:cNvPr id="0" name=""/>
        <dsp:cNvSpPr/>
      </dsp:nvSpPr>
      <dsp:spPr>
        <a:xfrm>
          <a:off x="0" y="3165126"/>
          <a:ext cx="9905999" cy="287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solidFill>
                <a:schemeClr val="tx1"/>
              </a:solidFill>
            </a:rPr>
            <a:t>12. Group Members</a:t>
          </a:r>
          <a:endParaRPr lang="en-US" sz="1400" kern="1200" dirty="0">
            <a:solidFill>
              <a:schemeClr val="tx1"/>
            </a:solidFill>
          </a:endParaRPr>
        </a:p>
      </dsp:txBody>
      <dsp:txXfrm>
        <a:off x="0" y="3165126"/>
        <a:ext cx="9905999" cy="2875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F09A8-8DE3-4EC5-960D-61882E0E6B31}">
      <dsp:nvSpPr>
        <dsp:cNvPr id="0" name=""/>
        <dsp:cNvSpPr/>
      </dsp:nvSpPr>
      <dsp:spPr>
        <a:xfrm>
          <a:off x="0" y="2146"/>
          <a:ext cx="1744027" cy="14167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baseline="0" dirty="0"/>
            <a:t>Insertion means adding a new node to the linked list.</a:t>
          </a:r>
          <a:endParaRPr lang="en-US" sz="1600" kern="1200" dirty="0"/>
        </a:p>
      </dsp:txBody>
      <dsp:txXfrm>
        <a:off x="69158" y="71304"/>
        <a:ext cx="1605711" cy="1278397"/>
      </dsp:txXfrm>
    </dsp:sp>
    <dsp:sp modelId="{DE4B0976-DF84-4322-B1B8-5C8050258F2B}">
      <dsp:nvSpPr>
        <dsp:cNvPr id="0" name=""/>
        <dsp:cNvSpPr/>
      </dsp:nvSpPr>
      <dsp:spPr>
        <a:xfrm rot="5400000">
          <a:off x="2727588" y="647805"/>
          <a:ext cx="1133370" cy="3100493"/>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b="0" i="0" kern="1200" baseline="0"/>
            <a:t>At the beginning (head)</a:t>
          </a:r>
          <a:endParaRPr lang="en-US" sz="1600" kern="1200"/>
        </a:p>
        <a:p>
          <a:pPr marL="171450" lvl="1" indent="-171450" algn="l" defTabSz="711200">
            <a:lnSpc>
              <a:spcPct val="90000"/>
            </a:lnSpc>
            <a:spcBef>
              <a:spcPct val="0"/>
            </a:spcBef>
            <a:spcAft>
              <a:spcPct val="15000"/>
            </a:spcAft>
            <a:buChar char="•"/>
          </a:pPr>
          <a:r>
            <a:rPr lang="en-US" sz="1600" b="0" i="0" kern="1200" baseline="0"/>
            <a:t>At the end (tail)</a:t>
          </a:r>
          <a:endParaRPr lang="en-US" sz="1600" kern="1200"/>
        </a:p>
        <a:p>
          <a:pPr marL="171450" lvl="1" indent="-171450" algn="l" defTabSz="711200">
            <a:lnSpc>
              <a:spcPct val="90000"/>
            </a:lnSpc>
            <a:spcBef>
              <a:spcPct val="0"/>
            </a:spcBef>
            <a:spcAft>
              <a:spcPct val="15000"/>
            </a:spcAft>
            <a:buChar char="•"/>
          </a:pPr>
          <a:r>
            <a:rPr lang="en-US" sz="1600" b="0" i="0" kern="1200" baseline="0"/>
            <a:t>At a specific position</a:t>
          </a:r>
          <a:endParaRPr lang="en-US" sz="1600" kern="1200"/>
        </a:p>
        <a:p>
          <a:pPr marL="171450" lvl="1" indent="-171450" algn="l" defTabSz="711200">
            <a:lnSpc>
              <a:spcPct val="90000"/>
            </a:lnSpc>
            <a:spcBef>
              <a:spcPct val="0"/>
            </a:spcBef>
            <a:spcAft>
              <a:spcPct val="15000"/>
            </a:spcAft>
            <a:buChar char="•"/>
          </a:pPr>
          <a:r>
            <a:rPr lang="en-US" sz="1600" b="0" i="0" kern="1200" baseline="0"/>
            <a:t>Before or after a particular node</a:t>
          </a:r>
          <a:endParaRPr lang="en-US" sz="1600" kern="1200"/>
        </a:p>
      </dsp:txBody>
      <dsp:txXfrm rot="-5400000">
        <a:off x="1744027" y="1686694"/>
        <a:ext cx="3045166" cy="1022716"/>
      </dsp:txXfrm>
    </dsp:sp>
    <dsp:sp modelId="{68D6120C-75DC-4DC0-B653-7309FFD68BBD}">
      <dsp:nvSpPr>
        <dsp:cNvPr id="0" name=""/>
        <dsp:cNvSpPr/>
      </dsp:nvSpPr>
      <dsp:spPr>
        <a:xfrm>
          <a:off x="0" y="1489695"/>
          <a:ext cx="1744027" cy="14167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baseline="0"/>
            <a:t>Common forms:</a:t>
          </a:r>
          <a:endParaRPr lang="en-US" sz="1600" kern="1200"/>
        </a:p>
      </dsp:txBody>
      <dsp:txXfrm>
        <a:off x="69158" y="1558853"/>
        <a:ext cx="1605711" cy="1278397"/>
      </dsp:txXfrm>
    </dsp:sp>
    <dsp:sp modelId="{F87431A6-4C4C-45F5-B824-D4B73B00D881}">
      <dsp:nvSpPr>
        <dsp:cNvPr id="0" name=""/>
        <dsp:cNvSpPr/>
      </dsp:nvSpPr>
      <dsp:spPr>
        <a:xfrm>
          <a:off x="0" y="2977244"/>
          <a:ext cx="1744027" cy="14167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baseline="0"/>
            <a:t>Insertion is mainly performed by creating a node and changing links.</a:t>
          </a:r>
          <a:endParaRPr lang="en-US" sz="1600" kern="1200"/>
        </a:p>
      </dsp:txBody>
      <dsp:txXfrm>
        <a:off x="69158" y="3046402"/>
        <a:ext cx="1605711" cy="12783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B90AAE-06BA-4E74-AECB-56AAD52AA0B4}">
      <dsp:nvSpPr>
        <dsp:cNvPr id="0" name=""/>
        <dsp:cNvSpPr/>
      </dsp:nvSpPr>
      <dsp:spPr>
        <a:xfrm>
          <a:off x="363339" y="0"/>
          <a:ext cx="4117842" cy="3541714"/>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DB03AC-49F3-42AC-B2E3-5727BF6A797C}">
      <dsp:nvSpPr>
        <dsp:cNvPr id="0" name=""/>
        <dsp:cNvSpPr/>
      </dsp:nvSpPr>
      <dsp:spPr>
        <a:xfrm>
          <a:off x="2424"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Deletion means removing a node from a linked list.</a:t>
          </a:r>
        </a:p>
      </dsp:txBody>
      <dsp:txXfrm>
        <a:off x="59352" y="1119442"/>
        <a:ext cx="1052329" cy="1302829"/>
      </dsp:txXfrm>
    </dsp:sp>
    <dsp:sp modelId="{E0898F83-936B-44F3-BD08-6CF06EC14A6B}">
      <dsp:nvSpPr>
        <dsp:cNvPr id="0" name=""/>
        <dsp:cNvSpPr/>
      </dsp:nvSpPr>
      <dsp:spPr>
        <a:xfrm>
          <a:off x="1226919"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Common forms:</a:t>
          </a:r>
        </a:p>
        <a:p>
          <a:pPr marL="57150" lvl="1" indent="-57150" algn="l" defTabSz="400050">
            <a:lnSpc>
              <a:spcPct val="90000"/>
            </a:lnSpc>
            <a:spcBef>
              <a:spcPct val="0"/>
            </a:spcBef>
            <a:spcAft>
              <a:spcPct val="15000"/>
            </a:spcAft>
            <a:buChar char="•"/>
          </a:pPr>
          <a:r>
            <a:rPr lang="en-US" sz="900" kern="1200"/>
            <a:t>Delete the first node</a:t>
          </a:r>
        </a:p>
        <a:p>
          <a:pPr marL="57150" lvl="1" indent="-57150" algn="l" defTabSz="400050">
            <a:lnSpc>
              <a:spcPct val="90000"/>
            </a:lnSpc>
            <a:spcBef>
              <a:spcPct val="0"/>
            </a:spcBef>
            <a:spcAft>
              <a:spcPct val="15000"/>
            </a:spcAft>
            <a:buChar char="•"/>
          </a:pPr>
          <a:r>
            <a:rPr lang="en-US" sz="900" kern="1200"/>
            <a:t>Delete the last node</a:t>
          </a:r>
        </a:p>
        <a:p>
          <a:pPr marL="57150" lvl="1" indent="-57150" algn="l" defTabSz="400050">
            <a:lnSpc>
              <a:spcPct val="90000"/>
            </a:lnSpc>
            <a:spcBef>
              <a:spcPct val="0"/>
            </a:spcBef>
            <a:spcAft>
              <a:spcPct val="15000"/>
            </a:spcAft>
            <a:buChar char="•"/>
          </a:pPr>
          <a:r>
            <a:rPr lang="en-US" sz="900" kern="1200"/>
            <a:t>Delete a node at a specific position</a:t>
          </a:r>
        </a:p>
        <a:p>
          <a:pPr marL="57150" lvl="1" indent="-57150" algn="l" defTabSz="400050">
            <a:lnSpc>
              <a:spcPct val="90000"/>
            </a:lnSpc>
            <a:spcBef>
              <a:spcPct val="0"/>
            </a:spcBef>
            <a:spcAft>
              <a:spcPct val="15000"/>
            </a:spcAft>
            <a:buChar char="•"/>
          </a:pPr>
          <a:r>
            <a:rPr lang="en-US" sz="900" kern="1200"/>
            <a:t>Delete a particular node</a:t>
          </a:r>
        </a:p>
      </dsp:txBody>
      <dsp:txXfrm>
        <a:off x="1283847" y="1119442"/>
        <a:ext cx="1052329" cy="1302829"/>
      </dsp:txXfrm>
    </dsp:sp>
    <dsp:sp modelId="{D92F8AA0-657F-4416-8789-C136FB24B4B9}">
      <dsp:nvSpPr>
        <dsp:cNvPr id="0" name=""/>
        <dsp:cNvSpPr/>
      </dsp:nvSpPr>
      <dsp:spPr>
        <a:xfrm>
          <a:off x="2451415"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After deletion, the remaining nodes must remain correctly connected.</a:t>
          </a:r>
        </a:p>
      </dsp:txBody>
      <dsp:txXfrm>
        <a:off x="2508343" y="1119442"/>
        <a:ext cx="1052329" cy="1302829"/>
      </dsp:txXfrm>
    </dsp:sp>
    <dsp:sp modelId="{6BDAB84B-3E5F-4A04-A59F-7D75FE0249CF}">
      <dsp:nvSpPr>
        <dsp:cNvPr id="0" name=""/>
        <dsp:cNvSpPr/>
      </dsp:nvSpPr>
      <dsp:spPr>
        <a:xfrm>
          <a:off x="3675910" y="1062514"/>
          <a:ext cx="1166185" cy="1416685"/>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In C++, dynamically allocated nodes should be released appropriately.</a:t>
          </a:r>
        </a:p>
      </dsp:txBody>
      <dsp:txXfrm>
        <a:off x="3732838" y="1119442"/>
        <a:ext cx="1052329" cy="13028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D4CC40-79D4-4512-8843-CD3E36200384}">
      <dsp:nvSpPr>
        <dsp:cNvPr id="0" name=""/>
        <dsp:cNvSpPr/>
      </dsp:nvSpPr>
      <dsp:spPr>
        <a:xfrm>
          <a:off x="8706" y="58797"/>
          <a:ext cx="2602259" cy="3025126"/>
        </a:xfrm>
        <a:prstGeom prst="roundRect">
          <a:avLst>
            <a:gd name="adj" fmla="val 10000"/>
          </a:avLst>
        </a:prstGeom>
        <a:solidFill>
          <a:srgbClr val="0070C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ZA" sz="1300" kern="1200" dirty="0"/>
            <a:t>Linked lists are dynamic data structures made up of interconnected nodes, where each node stores data and a pointer or reference to another node. This presentation covered the structure and types of linked lists, including singly, doubly, and circular linked lists, as well as the importance of traversal when accessing or searching for nodes. It also examined </a:t>
          </a:r>
          <a:r>
            <a:rPr lang="en-ZA" sz="1300" b="1" kern="1200" dirty="0"/>
            <a:t>insertion and deletion</a:t>
          </a:r>
          <a:r>
            <a:rPr lang="en-ZA" sz="1300" kern="1200" dirty="0"/>
            <a:t>, including operations at the beginning, end, and middle of a list, which are performed by adjusting links rather than shifting elements.</a:t>
          </a:r>
          <a:endParaRPr lang="en-US" sz="1300" kern="1200" dirty="0"/>
        </a:p>
      </dsp:txBody>
      <dsp:txXfrm>
        <a:off x="84924" y="135015"/>
        <a:ext cx="2449823" cy="2872690"/>
      </dsp:txXfrm>
    </dsp:sp>
    <dsp:sp modelId="{C7C8B617-6707-4D6B-837D-6A6AE2548926}">
      <dsp:nvSpPr>
        <dsp:cNvPr id="0" name=""/>
        <dsp:cNvSpPr/>
      </dsp:nvSpPr>
      <dsp:spPr>
        <a:xfrm>
          <a:off x="2871192" y="1248680"/>
          <a:ext cx="551679" cy="645360"/>
        </a:xfrm>
        <a:prstGeom prst="rightArrow">
          <a:avLst>
            <a:gd name="adj1" fmla="val 60000"/>
            <a:gd name="adj2" fmla="val 50000"/>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871192" y="1377752"/>
        <a:ext cx="386175" cy="387216"/>
      </dsp:txXfrm>
    </dsp:sp>
    <dsp:sp modelId="{4A4681CE-9F56-4F16-81EC-A533DC9A8E59}">
      <dsp:nvSpPr>
        <dsp:cNvPr id="0" name=""/>
        <dsp:cNvSpPr/>
      </dsp:nvSpPr>
      <dsp:spPr>
        <a:xfrm>
          <a:off x="3651870" y="58797"/>
          <a:ext cx="2602259" cy="3025126"/>
        </a:xfrm>
        <a:prstGeom prst="roundRect">
          <a:avLst>
            <a:gd name="adj" fmla="val 10000"/>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ZA" sz="1300" kern="1200"/>
            <a:t>The presentation also highlighted the importance of </a:t>
          </a:r>
          <a:r>
            <a:rPr lang="en-ZA" sz="1300" b="1" kern="1200"/>
            <a:t>pointer management</a:t>
          </a:r>
          <a:r>
            <a:rPr lang="en-ZA" sz="1300" kern="1200"/>
            <a:t>, as incorrect manipulation can result in lost nodes, invalid memory access, or broken lists. Although linked lists provide efficient O(1) insertion and deletion when the required node or position is already known, finding a position may require </a:t>
          </a:r>
          <a:r>
            <a:rPr lang="en-ZA" sz="1300" b="1" kern="1200"/>
            <a:t>O(n)</a:t>
          </a:r>
          <a:r>
            <a:rPr lang="en-ZA" sz="1300" kern="1200"/>
            <a:t> traversal. They also require additional memory for pointers and do not provide direct access to elements like arrays.</a:t>
          </a:r>
          <a:endParaRPr lang="en-US" sz="1300" kern="1200"/>
        </a:p>
      </dsp:txBody>
      <dsp:txXfrm>
        <a:off x="3728088" y="135015"/>
        <a:ext cx="2449823" cy="2872690"/>
      </dsp:txXfrm>
    </dsp:sp>
    <dsp:sp modelId="{ADE2F749-74B5-4353-8795-0632B5D155CF}">
      <dsp:nvSpPr>
        <dsp:cNvPr id="0" name=""/>
        <dsp:cNvSpPr/>
      </dsp:nvSpPr>
      <dsp:spPr>
        <a:xfrm>
          <a:off x="6514355" y="1248680"/>
          <a:ext cx="551679" cy="645360"/>
        </a:xfrm>
        <a:prstGeom prst="rightArrow">
          <a:avLst>
            <a:gd name="adj1" fmla="val 60000"/>
            <a:gd name="adj2" fmla="val 5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514355" y="1377752"/>
        <a:ext cx="386175" cy="387216"/>
      </dsp:txXfrm>
    </dsp:sp>
    <dsp:sp modelId="{E406CE76-102A-447C-9571-23CF0343D2F9}">
      <dsp:nvSpPr>
        <dsp:cNvPr id="0" name=""/>
        <dsp:cNvSpPr/>
      </dsp:nvSpPr>
      <dsp:spPr>
        <a:xfrm>
          <a:off x="7295033" y="58797"/>
          <a:ext cx="2602259" cy="3025126"/>
        </a:xfrm>
        <a:prstGeom prst="roundRect">
          <a:avLst>
            <a:gd name="adj" fmla="val 10000"/>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ZA" sz="1300" kern="1200" dirty="0"/>
            <a:t>Overall, understanding nodes, links, traversal, insertion, deletion, and pointer manipulation allows programmers to use linked lists effectively and determine when they are an appropriate data structure for applications that require dynamic data and frequent insertion and deletion.</a:t>
          </a:r>
          <a:endParaRPr lang="en-US" sz="1300" kern="1200" dirty="0"/>
        </a:p>
      </dsp:txBody>
      <dsp:txXfrm>
        <a:off x="7371251" y="135015"/>
        <a:ext cx="2449823" cy="287269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5990-A4A1-4DDE-AA8D-73E60A452DD0}" type="datetimeFigureOut">
              <a:rPr lang="en-US" smtClean="0"/>
              <a:t>10/3/2026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5CD8D-B1D9-4658-A4F0-38CA8D83ED5D}" type="slidenum">
              <a:rPr lang="en-US" smtClean="0"/>
              <a:t>‹#›</a:t>
            </a:fld>
            <a:endParaRPr lang="en-US" dirty="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10/3/2026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ZA"/>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10/3/2026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hyperlink" Target="https://www.wallpaperflare.com/board-games-wingspan-wallpaper-yhfbc" TargetMode="External"/><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www.wallpaperflare.com/blue-radio-technology-audio-technica-illuminated-control-panel-wallpaper-sfojv" TargetMode="External"/><Relationship Id="rId2" Type="http://schemas.openxmlformats.org/officeDocument/2006/relationships/image" Target="../media/image12.jpg"/><Relationship Id="rId1" Type="http://schemas.openxmlformats.org/officeDocument/2006/relationships/slideLayout" Target="../slideLayouts/slideLayout8.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hyperlink" Target="https://www.rawpixel.com/search/technology" TargetMode="External"/><Relationship Id="rId7" Type="http://schemas.openxmlformats.org/officeDocument/2006/relationships/diagramQuickStyle" Target="../diagrams/quickStyle2.xml"/><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5.png"/><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hyperlink" Target="https://www.wallpaperflare.com/lines-coordinate-coordinates-world-digital-digital-art-wallpaper-mxwvk" TargetMode="External"/><Relationship Id="rId7" Type="http://schemas.openxmlformats.org/officeDocument/2006/relationships/diagramQuickStyle" Target="../diagrams/quickStyle3.xml"/><Relationship Id="rId2" Type="http://schemas.openxmlformats.org/officeDocument/2006/relationships/image" Target="../media/image16.jpg"/><Relationship Id="rId1" Type="http://schemas.openxmlformats.org/officeDocument/2006/relationships/slideLayout" Target="../slideLayouts/slideLayout9.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7.png"/><Relationship Id="rId9" Type="http://schemas.microsoft.com/office/2007/relationships/diagramDrawing" Target="../diagrams/drawing3.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eb-based-c-compiler.vercel.app/" TargetMode="External"/><Relationship Id="rId5" Type="http://schemas.openxmlformats.org/officeDocument/2006/relationships/image" Target="../media/image21.jpeg"/><Relationship Id="rId4" Type="http://schemas.openxmlformats.org/officeDocument/2006/relationships/hyperlink" Target="https://www.wallpaperflare.com/lines-coordinate-coordinates-world-digital-digital-art-wallpaper-mxwvk" TargetMode="External"/></Relationships>
</file>

<file path=ppt/slides/_rels/slide1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hyperlink" Target="https://www.wallpaperflare.com/swirl-artwork-sparkles-lighting-graphics-pattern-psychedelic-art-wallpaper-qlmz/download/1920x1080" TargetMode="External"/><Relationship Id="rId7" Type="http://schemas.openxmlformats.org/officeDocument/2006/relationships/diagramColors" Target="../diagrams/colors4.xml"/><Relationship Id="rId2" Type="http://schemas.openxmlformats.org/officeDocument/2006/relationships/image" Target="../media/image22.jpg"/><Relationship Id="rId1" Type="http://schemas.openxmlformats.org/officeDocument/2006/relationships/slideLayout" Target="../slideLayouts/slideLayout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3.xml.rels><?xml version="1.0" encoding="UTF-8" standalone="yes"?>
<Relationships xmlns="http://schemas.openxmlformats.org/package/2006/relationships"><Relationship Id="rId8" Type="http://schemas.openxmlformats.org/officeDocument/2006/relationships/hyperlink" Target="https://courses.cs.umbc.edu/201/fall03/lectures/lec23/linkedlist.shtml?utm_source=chatgpt.com" TargetMode="External"/><Relationship Id="rId3" Type="http://schemas.openxmlformats.org/officeDocument/2006/relationships/image" Target="../media/image2.png"/><Relationship Id="rId7" Type="http://schemas.openxmlformats.org/officeDocument/2006/relationships/hyperlink" Target="https://www.classes.cs.uchicago.edu/current/14300-1/lectures/lec09_notes/?utm_source=chatgpt.com"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web.stanford.edu/class/archive/cs/cs106b/cs106b.1242/lectures/20-lists2/?utm_source=chatgpt.com" TargetMode="External"/><Relationship Id="rId5" Type="http://schemas.openxmlformats.org/officeDocument/2006/relationships/hyperlink" Target="https://www.geeksforgeeks.org/c/c-program-to-implement-singly-linked-list" TargetMode="External"/><Relationship Id="rId10" Type="http://schemas.openxmlformats.org/officeDocument/2006/relationships/hyperlink" Target="https://courses.engr.illinois.edu/ece220/sp2024/lectures/itabrah2/Lec17_0321.pdf?utm_source=chatgpt.com" TargetMode="External"/><Relationship Id="rId4" Type="http://schemas.openxmlformats.org/officeDocument/2006/relationships/image" Target="../media/image23.jpg"/><Relationship Id="rId9" Type="http://schemas.openxmlformats.org/officeDocument/2006/relationships/hyperlink" Target="https://viterbi-web.usc.edu/~adamchik/15-121/lectures/Linked%20Lists/linked%20lists.html?utm_source=chatgpt.co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s>
</file>

<file path=ppt/slides/slide1.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drawing/2017/decorative" xmlns:ns5="http://schemas.microsoft.com/office/powerpoint/2015/main" xmlns:ns6="http://schemas.microsoft.com/office/drawing/2010/main" xmlns:ns7="http://schemas.microsoft.com/office/powerpoint/2010/main" xmlns:ns8="http://schemas.openxmlformats.org/markup-compatibility/2006">
  <ns0:cSld>
    <ns0:bg>
      <ns0:bgPr>
        <ns1:blipFill>
          <ns1:blip ns2:embed="rId2">
            <ns1:duotone>
              <ns1:schemeClr val="bg2">
                <ns1:shade val="88000"/>
                <ns1:hueMod val="106000"/>
                <ns1:satMod val="140000"/>
                <ns1:lumMod val="54000"/>
              </ns1:schemeClr>
              <ns1:schemeClr val="bg2">
                <ns1:tint val="98000"/>
                <ns1:hueMod val="90000"/>
                <ns1:satMod val="150000"/>
                <ns1:lumMod val="160000"/>
              </ns1:schemeClr>
            </ns1:duotone>
          </ns1:blip>
          <ns1:stretch/>
        </ns1:blipFill>
        <ns1:effectLst/>
      </ns0:bgPr>
    </ns0:bg>
    <ns0:spTree>
      <ns0:nvGrpSpPr>
        <ns0:cNvPr id="1" name=""/>
        <ns0:cNvGrpSpPr/>
        <ns0:nvPr/>
      </ns0:nvGrpSpPr>
      <ns0:grpSpPr>
        <ns1:xfrm>
          <ns1:off x="0" y="0"/>
          <ns1:ext cx="0" cy="0"/>
          <ns1:chOff x="0" y="0"/>
          <ns1:chExt cx="0" cy="0"/>
        </ns1:xfrm>
      </ns0:grpSpPr>
      <ns0:grpSp>
        <ns0:nvGrpSpPr>
          <ns0:cNvPr id="10" name="Group 9">
            <ns1:extLst>
              <ns1:ext uri="{FF2B5EF4-FFF2-40B4-BE49-F238E27FC236}">
                <ns3:creationId id="{316DCFC9-6877-407C-8170-608FCB8E35AE}"/>
              </ns1:ext>
              <ns1:ext uri="{C183D7F6-B498-43B3-948B-1728B52AA6E4}">
                <ns4:decorative val="1"/>
              </ns1:ext>
            </ns1:extLst>
          </ns0:cNvPr>
          <ns0:cNvGrpSpPr>
            <ns1:grpSpLocks noGrp="1" noUngrp="1" noRot="1" noChangeAspect="1" noMove="1" noResize="1"/>
          </ns0:cNvGrpSpPr>
          <ns0:nvPr>
            <ns0:extLst>
              <ns0:ext uri="{386F3935-93C4-4BCD-93E2-E3B085C9AB24}">
                <ns5:designElem val="1"/>
              </ns0:ext>
            </ns0:extLst>
          </ns0:nvPr>
        </ns0:nvGrpSpPr>
        <ns0:grpSpPr>
          <ns1:xfrm>
            <ns1:off x="0" y="-1"/>
            <ns1:ext cx="12192003" cy="6858001"/>
            <ns1:chOff x="0" y="-1"/>
            <ns1:chExt cx="12192003" cy="6858001"/>
          </ns1:xfrm>
        </ns0:grpSpPr>
        <ns0:sp useBgFill="1">
          <ns0:nvSpPr>
            <ns0:cNvPr id="11" name="Rectangle 10">
              <ns1:extLst>
                <ns1:ext uri="{FF2B5EF4-FFF2-40B4-BE49-F238E27FC236}">
                  <ns3:creationId id="{F7D8B73A-1349-4BA6-8F85-03A21ED56E0F}"/>
                </ns1:ext>
                <ns1:ext uri="{C183D7F6-B498-43B3-948B-1728B52AA6E4}">
                  <ns4:decorative val="1"/>
                </ns1:ext>
              </ns1:extLst>
            </ns0:cNvPr>
            <ns0:cNvSpPr/>
            <ns0:nvPr>
              <ns0:extLst>
                <ns0:ext uri="{386F3935-93C4-4BCD-93E2-E3B085C9AB24}">
                  <ns5:designElem val="1"/>
                </ns0:ext>
              </ns0:extLst>
            </ns0:nvPr>
          </ns0:nvSpPr>
          <ns0:spPr>
            <ns1:xfrm>
              <ns1:off x="1" y="-1"/>
              <ns1:ext cx="12192000" cy="6858000"/>
            </ns1:xfrm>
            <ns1:prstGeom prst="rect">
              <ns1:avLst/>
            </ns1:prstGeom>
            <ns1:ln>
              <ns1:noFill/>
            </ns1:ln>
          </ns0:spPr>
          <ns0:style>
            <ns1:lnRef idx="2">
              <ns1:schemeClr val="accent1">
                <ns1:shade val="50000"/>
              </ns1:schemeClr>
            </ns1:lnRef>
            <ns1:fillRef idx="1">
              <ns1:schemeClr val="accent1"/>
            </ns1:fillRef>
            <ns1:effectRef idx="0">
              <ns1:schemeClr val="accent1"/>
            </ns1:effectRef>
            <ns1:fontRef idx="minor">
              <ns1:schemeClr val="lt1"/>
            </ns1:fontRef>
          </ns0:style>
          <ns0:txBody>
            <ns1:bodyPr rtlCol="0" anchor="ctr"/>
            <ns1:lstStyle/>
            <ns1:p>
              <ns1:pPr algn="ctr"/>
              <ns1:endParaRPr lang="en-US"/>
            </ns1:p>
          </ns0:txBody>
        </ns0:sp>
        <ns0:pic>
          <ns0:nvPicPr>
            <ns0:cNvPr id="12" name="Picture 2">
              <ns1:extLst>
                <ns1:ext uri="{FF2B5EF4-FFF2-40B4-BE49-F238E27FC236}">
                  <ns3:creationId id="{969ADA7C-B6B2-4FD7-AA5E-CC52AAE8CDBD}"/>
                </ns1:ext>
                <ns1:ext uri="{C183D7F6-B498-43B3-948B-1728B52AA6E4}">
                  <ns4:decorative val="1"/>
                </ns1:ext>
              </ns1:extLst>
            </ns0:cNvPr>
            <ns0:cNvPicPr>
              <ns1:picLocks noChangeAspect="1" noChangeArrowheads="1"/>
            </ns0:cNvPicPr>
            <ns0:nvPr>
              <ns0:extLst>
                <ns0:ext uri="{386F3935-93C4-4BCD-93E2-E3B085C9AB24}">
                  <ns5:designElem val="1"/>
                </ns0:ext>
              </ns0:extLst>
            </ns0:nvPr>
          </ns0:nvPicPr>
          <ns0:blipFill>
            <ns1:blip ns2:embed="rId3">
              <ns1:alphaModFix amt="30000"/>
              <ns1:duotone>
                <ns1:prstClr val="black"/>
                <ns1:schemeClr val="tx2">
                  <ns1:tint val="45000"/>
                  <ns1:satMod val="400000"/>
                </ns1:schemeClr>
              </ns1:duotone>
              <ns1:extLst>
                <ns1:ext uri="{28A0092B-C50C-407E-A947-70E740481C1C}">
                  <ns6:useLocalDpi val="0"/>
                </ns1:ext>
              </ns1:extLst>
            </ns1:blip>
            <ns1:srcRect/>
            <ns1:stretch>
              <ns1:fillRect/>
            </ns1:stretch>
          </ns0:blipFill>
          <ns0:spPr bwMode="auto">
            <ns1:xfrm>
              <ns1:off x="0" y="-1"/>
              <ns1:ext cx="12192003" cy="6858001"/>
            </ns1:xfrm>
            <ns1:prstGeom prst="rect">
              <ns1:avLst/>
            </ns1:prstGeom>
            <ns1:noFill/>
            <ns1:extLst>
              <ns1:ext uri="{909E8E84-426E-40dd-AFC4-6F175D3DCCD1}">
                <ns6:hiddenFill>
                  <ns1:solidFill>
                    <ns1:srgbClr val="FFFFFF"/>
                  </ns1:solidFill>
                </ns6:hiddenFill>
              </ns1:ext>
            </ns1:extLst>
          </ns0:spPr>
        </ns0:pic>
      </ns0:grpSp>
      <ns0:pic>
        <ns0:nvPicPr>
          <ns0:cNvPr id="5" name="Picture 4">
            <ns1:extLst>
              <ns1:ext uri="{FF2B5EF4-FFF2-40B4-BE49-F238E27FC236}">
                <ns3:creationId id="{33359576-07CB-BE62-D0E2-B3439C7F1358}"/>
              </ns1:ext>
            </ns1:extLst>
          </ns0:cNvPr>
          <ns0:cNvPicPr>
            <ns1:picLocks noChangeAspect="1"/>
          </ns0:cNvPicPr>
          <ns0:nvPr/>
        </ns0:nvPicPr>
        <ns0:blipFill>
          <ns1:blip ns2:embed="rId4">
            <ns1:alphaModFix/>
          </ns1:blip>
          <ns1:srcRect l="29"/>
          <ns1:stretch>
            <ns1:fillRect/>
          </ns1:stretch>
        </ns0:blipFill>
        <ns0:spPr>
          <ns1:xfrm>
            <ns1:off x="3611" y="10"/>
            <ns1:ext cx="12188389" cy="6857990"/>
          </ns1:xfrm>
          <ns1:prstGeom prst="rect">
            <ns1:avLst/>
          </ns1:prstGeom>
        </ns0:spPr>
      </ns0:pic>
      <ns0:grpSp>
        <ns0:nvGrpSpPr>
          <ns0:cNvPr id="14" name="Group 13">
            <ns1:extLst>
              <ns1:ext uri="{FF2B5EF4-FFF2-40B4-BE49-F238E27FC236}">
                <ns3:creationId id="{89353FE7-0D03-4AD2-8B8A-60A06F6BDA4C}"/>
              </ns1:ext>
              <ns1:ext uri="{C183D7F6-B498-43B3-948B-1728B52AA6E4}">
                <ns4:decorative val="1"/>
              </ns1:ext>
            </ns1:extLst>
          </ns0:cNvPr>
          <ns0:cNvGrpSpPr>
            <ns1:grpSpLocks noGrp="1" noUngrp="1" noRot="1" noChangeAspect="1" noMove="1" noResize="1"/>
          </ns0:cNvGrpSpPr>
          <ns0:nvPr>
            <ns0:extLst>
              <ns0:ext uri="{386F3935-93C4-4BCD-93E2-E3B085C9AB24}">
                <ns5:designElem val="1"/>
              </ns0:ext>
            </ns0:extLst>
          </ns0:nvPr>
        </ns0:nvGrpSpPr>
        <ns0:grpSpPr>
          <ns1:xfrm>
            <ns1:off x="605895" y="2235200"/>
            <ns1:ext cx="10982062" cy="2396067"/>
            <ns1:chOff x="605895" y="2235200"/>
            <ns1:chExt cx="10982062" cy="2396067"/>
          </ns1:xfrm>
        </ns0:grpSpPr>
        <ns0:sp>
          <ns0:nvSpPr>
            <ns0:cNvPr id="15" name="Round Diagonal Corner Rectangle 7">
              <ns1:extLst>
                <ns1:ext uri="{FF2B5EF4-FFF2-40B4-BE49-F238E27FC236}">
                  <ns3:creationId id="{0C7A0320-FBCC-4F40-AF6E-CE65FFB3DA9D}"/>
                </ns1:ext>
                <ns1:ext uri="{C183D7F6-B498-43B3-948B-1728B52AA6E4}">
                  <ns4:decorative val="1"/>
                </ns1:ext>
              </ns1:extLst>
            </ns0:cNvPr>
            <ns0:cNvSpPr/>
            <ns0:nvPr>
              <ns0:extLst>
                <ns0:ext uri="{386F3935-93C4-4BCD-93E2-E3B085C9AB24}">
                  <ns5:designElem val="1"/>
                </ns0:ext>
              </ns0:extLst>
            </ns0:nvPr>
          </ns0:nvSpPr>
          <ns0:spPr>
            <ns1:xfrm>
              <ns1:off x="2582333" y="2235200"/>
              <ns1:ext cx="7027334" cy="2396067"/>
            </ns1:xfrm>
            <ns1:prstGeom prst="round2DiagRect">
              <ns1:avLst>
                <ns1:gd name="adj1" fmla="val 9246"/>
                <ns1:gd name="adj2" fmla="val 0"/>
              </ns1:avLst>
            </ns1:prstGeom>
            <ns1:solidFill>
              <ns1:schemeClr val="bg1">
                <ns1:alpha val="80000"/>
              </ns1:schemeClr>
            </ns1:solidFill>
            <ns1:ln w="19050" cap="sq">
              <ns1:solidFill>
                <ns1:schemeClr val="tx2">
                  <ns1:alpha val="60000"/>
                </ns1:schemeClr>
              </ns1:solidFill>
              <ns1:miter lim="800000"/>
            </ns1:ln>
            <ns1:effectLst>
              <ns1:outerShdw blurRad="88900" dist="38100" dir="5400000" algn="t" rotWithShape="0">
                <ns1:prstClr val="black">
                  <ns1:alpha val="40000"/>
                </ns1:prstClr>
              </ns1:outerShdw>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lang="en-US"/>
            </ns1:p>
          </ns0:txBody>
        </ns0:sp>
        <ns0:grpSp>
          <ns0:nvGrpSpPr>
            <ns0:cNvPr id="16" name="Group 15">
              <ns1:extLst>
                <ns1:ext uri="{FF2B5EF4-FFF2-40B4-BE49-F238E27FC236}">
                  <ns3:creationId id="{550A26E4-02C9-4F83-A334-0920B8CCF281}"/>
                </ns1:ext>
                <ns1:ext uri="{C183D7F6-B498-43B3-948B-1728B52AA6E4}">
                  <ns4:decorative val="1"/>
                </ns1:ext>
              </ns1:extLst>
            </ns0:cNvPr>
            <ns0:cNvGrpSpPr/>
            <ns0:nvPr>
              <ns0:extLst>
                <ns0:ext uri="{386F3935-93C4-4BCD-93E2-E3B085C9AB24}">
                  <ns5:designElem val="1"/>
                </ns0:ext>
              </ns0:extLst>
            </ns0:nvPr>
          </ns0:nvGrpSpPr>
          <ns0:grpSpPr>
            <ns1:xfrm>
              <ns1:off x="605895" y="2900097"/>
              <ns1:ext cx="10982062" cy="1211524"/>
              <ns1:chOff x="605895" y="2900097"/>
              <ns1:chExt cx="10982062" cy="1211524"/>
            </ns1:xfrm>
          </ns0:grpSpPr>
          <ns0:sp>
            <ns0:nvSpPr>
              <ns0:cNvPr id="17" name="Freeform 32">
                <ns1:extLst>
                  <ns1:ext uri="{FF2B5EF4-FFF2-40B4-BE49-F238E27FC236}">
                    <ns3:creationId id="{06617CD6-4185-402B-8E23-BC52780534A1}"/>
                  </ns1:ext>
                  <ns1:ext uri="{C183D7F6-B498-43B3-948B-1728B52AA6E4}">
                    <ns4:decorative val="1"/>
                  </ns1:ext>
                </ns1:extLst>
              </ns0:cNvPr>
              <ns0:cNvSpPr/>
              <ns0:nvPr>
                <ns0:extLst>
                  <ns0:ext uri="{386F3935-93C4-4BCD-93E2-E3B085C9AB24}">
                    <ns5:designElem val="1"/>
                  </ns0:ext>
                </ns0:extLst>
              </ns0:nvPr>
            </ns0:nvSpPr>
            <ns0:spPr bwMode="auto">
              <ns1:xfrm rot="5400000" flipV="1">
                <ns1:off x="9653587" y="3379784"/>
                <ns1:ext cx="417513" cy="512763"/>
              </ns1:xfrm>
              <ns1:custGeom>
                <ns1:avLst/>
                <ns1:gdLst/>
                <ns1:ahLst/>
                <ns1:cxnLst/>
                <ns1:rect l="0" t="0" r="r" b="b"/>
                <ns1:pathLst>
                  <ns1:path w="263" h="323">
                    <ns1:moveTo>
                      <ns1:pt x="12" y="323"/>
                    </ns1:moveTo>
                    <ns1:lnTo>
                      <ns1:pt x="0" y="314"/>
                    </ns1:lnTo>
                    <ns1:lnTo>
                      <ns1:pt x="203" y="108"/>
                    </ns1:lnTo>
                    <ns1:lnTo>
                      <ns1:pt x="248" y="0"/>
                    </ns1:lnTo>
                    <ns1:lnTo>
                      <ns1:pt x="263" y="6"/>
                    </ns1:lnTo>
                    <ns1:lnTo>
                      <ns1:pt x="218" y="117"/>
                    </ns1:lnTo>
                    <ns1:lnTo>
                      <ns1:pt x="218" y="117"/>
                    </ns1:lnTo>
                    <ns1:lnTo>
                      <ns1:pt x="12" y="323"/>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18" name="Freeform 33">
                <ns1:extLst>
                  <ns1:ext uri="{FF2B5EF4-FFF2-40B4-BE49-F238E27FC236}">
                    <ns3:creationId id="{2C305CC9-3511-47F4-BF11-BC635C30C91B}"/>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5400000" flipV="1">
                <ns1:off x="10078244" y="3310728"/>
                <ns1:ext cx="157163" cy="152400"/>
              </ns1:xfrm>
              <ns1:custGeom>
                <ns1:avLst/>
                <ns1:gdLst/>
                <ns1:ahLst/>
                <ns1:cxnLst/>
                <ns1:rect l="0" t="0" r="r" b="b"/>
                <ns1:pathLst>
                  <ns1:path w="33" h="32">
                    <ns1:moveTo>
                      <ns1:pt x="17" y="32"/>
                    </ns1:moveTo>
                    <ns1:cubicBezTo>
                      <ns1:pt x="13" y="32"/>
                      <ns1:pt x="9" y="30"/>
                      <ns1:pt x="6" y="27"/>
                    </ns1:cubicBezTo>
                    <ns1:cubicBezTo>
                      <ns1:pt x="0" y="21"/>
                      <ns1:pt x="0" y="11"/>
                      <ns1:pt x="6" y="5"/>
                    </ns1:cubicBezTo>
                    <ns1:cubicBezTo>
                      <ns1:pt x="9" y="2"/>
                      <ns1:pt x="13" y="0"/>
                      <ns1:pt x="17" y="0"/>
                    </ns1:cubicBezTo>
                    <ns1:cubicBezTo>
                      <ns1:pt x="21" y="0"/>
                      <ns1:pt x="25" y="2"/>
                      <ns1:pt x="28" y="5"/>
                    </ns1:cubicBezTo>
                    <ns1:cubicBezTo>
                      <ns1:pt x="31" y="8"/>
                      <ns1:pt x="33" y="12"/>
                      <ns1:pt x="33" y="16"/>
                    </ns1:cubicBezTo>
                    <ns1:cubicBezTo>
                      <ns1:pt x="33" y="20"/>
                      <ns1:pt x="31" y="24"/>
                      <ns1:pt x="28" y="27"/>
                    </ns1:cubicBezTo>
                    <ns1:cubicBezTo>
                      <ns1:pt x="25" y="30"/>
                      <ns1:pt x="21" y="32"/>
                      <ns1:pt x="17" y="32"/>
                    </ns1:cubicBezTo>
                    <ns1:close/>
                    <ns1:moveTo>
                      <ns1:pt x="17" y="4"/>
                    </ns1:moveTo>
                    <ns1:cubicBezTo>
                      <ns1:pt x="14" y="4"/>
                      <ns1:pt x="11" y="6"/>
                      <ns1:pt x="9" y="8"/>
                    </ns1:cubicBezTo>
                    <ns1:cubicBezTo>
                      <ns1:pt x="4" y="12"/>
                      <ns1:pt x="4" y="20"/>
                      <ns1:pt x="9" y="24"/>
                    </ns1:cubicBezTo>
                    <ns1:cubicBezTo>
                      <ns1:pt x="11" y="27"/>
                      <ns1:pt x="14" y="28"/>
                      <ns1:pt x="17" y="28"/>
                    </ns1:cubicBezTo>
                    <ns1:cubicBezTo>
                      <ns1:pt x="20" y="28"/>
                      <ns1:pt x="23" y="27"/>
                      <ns1:pt x="26" y="24"/>
                    </ns1:cubicBezTo>
                    <ns1:cubicBezTo>
                      <ns1:pt x="30" y="20"/>
                      <ns1:pt x="30" y="12"/>
                      <ns1:pt x="26" y="8"/>
                    </ns1:cubicBezTo>
                    <ns1:cubicBezTo>
                      <ns1:pt x="23" y="6"/>
                      <ns1:pt x="20" y="4"/>
                      <ns1:pt x="17"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19" name="Freeform 34">
                <ns1:extLst>
                  <ns1:ext uri="{FF2B5EF4-FFF2-40B4-BE49-F238E27FC236}">
                    <ns3:creationId id="{5C70C5D1-31E4-48B9-AEB6-6460A2B81F20}"/>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5400000" flipV="1">
                <ns1:off x="11146631" y="3574253"/>
                <ns1:ext cx="188913"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0" name="Freeform 37">
                <ns1:extLst>
                  <ns1:ext uri="{FF2B5EF4-FFF2-40B4-BE49-F238E27FC236}">
                    <ns3:creationId id="{1F033CE1-D380-43F1-81EC-97B6C86F3937}"/>
                  </ns1:ext>
                  <ns1:ext uri="{C183D7F6-B498-43B3-948B-1728B52AA6E4}">
                    <ns4:decorative val="1"/>
                  </ns1:ext>
                </ns1:extLst>
              </ns0:cNvPr>
              <ns0:cNvSpPr/>
              <ns0:nvPr>
                <ns0:extLst>
                  <ns0:ext uri="{386F3935-93C4-4BCD-93E2-E3B085C9AB24}">
                    <ns5:designElem val="1"/>
                  </ns0:ext>
                </ns0:extLst>
              </ns0:nvPr>
            </ns0:nvSpPr>
            <ns0:spPr bwMode="auto">
              <ns1:xfrm rot="5400000" flipV="1">
                <ns1:off x="10230644" y="3034502"/>
                <ns1:ext cx="304800" cy="1544638"/>
              </ns1:xfrm>
              <ns1:custGeom>
                <ns1:avLst/>
                <ns1:gdLst/>
                <ns1:ahLst/>
                <ns1:cxnLst/>
                <ns1:rect l="0" t="0" r="r" b="b"/>
                <ns1:pathLst>
                  <ns1:path w="192" h="973">
                    <ns1:moveTo>
                      <ns1:pt x="15" y="973"/>
                    </ns1:moveTo>
                    <ns1:lnTo>
                      <ns1:pt x="0" y="973"/>
                    </ns1:lnTo>
                    <ns1:lnTo>
                      <ns1:pt x="0" y="790"/>
                    </ns1:lnTo>
                    <ns1:lnTo>
                      <ns1:pt x="174" y="614"/>
                    </ns1:lnTo>
                    <ns1:lnTo>
                      <ns1:pt x="174" y="0"/>
                    </ns1:lnTo>
                    <ns1:lnTo>
                      <ns1:pt x="192" y="0"/>
                    </ns1:lnTo>
                    <ns1:lnTo>
                      <ns1:pt x="192" y="620"/>
                    </ns1:lnTo>
                    <ns1:lnTo>
                      <ns1:pt x="15" y="796"/>
                    </ns1:lnTo>
                    <ns1:lnTo>
                      <ns1:pt x="15" y="973"/>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1" name="Freeform 35">
                <ns1:extLst>
                  <ns1:ext uri="{FF2B5EF4-FFF2-40B4-BE49-F238E27FC236}">
                    <ns3:creationId id="{6997F95D-DC27-48A3-850A-2308C3C0808A}"/>
                  </ns1:ext>
                  <ns1:ext uri="{C183D7F6-B498-43B3-948B-1728B52AA6E4}">
                    <ns4:decorative val="1"/>
                  </ns1:ext>
                </ns1:extLst>
              </ns0:cNvPr>
              <ns0:cNvSpPr/>
              <ns0:nvPr>
                <ns0:extLst>
                  <ns0:ext uri="{386F3935-93C4-4BCD-93E2-E3B085C9AB24}">
                    <ns5:designElem val="1"/>
                  </ns0:ext>
                </ns0:extLst>
              </ns0:nvPr>
            </ns0:nvSpPr>
            <ns0:spPr bwMode="auto">
              <ns1:xfrm rot="5400000">
                <ns1:off x="10034587" y="2562753"/>
                <ns1:ext cx="298450" cy="1154113"/>
              </ns1:xfrm>
              <ns1:custGeom>
                <ns1:avLst/>
                <ns1:gdLst/>
                <ns1:ahLst/>
                <ns1:cxnLst/>
                <ns1:rect l="0" t="0" r="r" b="b"/>
                <ns1:pathLst>
                  <ns1:path w="188" h="727">
                    <ns1:moveTo>
                      <ns1:pt x="15" y="727"/>
                    </ns1:moveTo>
                    <ns1:lnTo>
                      <ns1:pt x="0" y="727"/>
                    </ns1:lnTo>
                    <ns1:lnTo>
                      <ns1:pt x="0" y="407"/>
                    </ns1:lnTo>
                    <ns1:lnTo>
                      <ns1:pt x="0" y="407"/>
                    </ns1:lnTo>
                    <ns1:lnTo>
                      <ns1:pt x="176" y="0"/>
                    </ns1:lnTo>
                    <ns1:lnTo>
                      <ns1:pt x="188" y="6"/>
                    </ns1:lnTo>
                    <ns1:lnTo>
                      <ns1:pt x="15" y="410"/>
                    </ns1:lnTo>
                    <ns1:lnTo>
                      <ns1:pt x="15" y="727"/>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2" name="Freeform 36">
                <ns1:extLst>
                  <ns1:ext uri="{FF2B5EF4-FFF2-40B4-BE49-F238E27FC236}">
                    <ns3:creationId id="{569AE469-76B7-4FFE-B68B-0D7A77413F2B}"/>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5400000">
                <ns1:off x="10747375" y="3232679"/>
                <ns1:ext cx="157163" cy="155575"/>
              </ns1:xfrm>
              <ns1:custGeom>
                <ns1:avLst/>
                <ns1:gdLst/>
                <ns1:ahLst/>
                <ns1:cxnLst/>
                <ns1:rect l="0" t="0" r="r" b="b"/>
                <ns1:pathLst>
                  <ns1:path w="33" h="33">
                    <ns1:moveTo>
                      <ns1:pt x="17" y="33"/>
                    </ns1:moveTo>
                    <ns1:cubicBezTo>
                      <ns1:pt x="8" y="33"/>
                      <ns1:pt x="0" y="25"/>
                      <ns1:pt x="0" y="16"/>
                    </ns1:cubicBezTo>
                    <ns1:cubicBezTo>
                      <ns1:pt x="0" y="7"/>
                      <ns1:pt x="8" y="0"/>
                      <ns1:pt x="17" y="0"/>
                    </ns1:cubicBezTo>
                    <ns1:cubicBezTo>
                      <ns1:pt x="26" y="0"/>
                      <ns1:pt x="33" y="7"/>
                      <ns1:pt x="33" y="16"/>
                    </ns1:cubicBezTo>
                    <ns1:cubicBezTo>
                      <ns1:pt x="33" y="25"/>
                      <ns1:pt x="26" y="33"/>
                      <ns1:pt x="17" y="33"/>
                    </ns1:cubicBezTo>
                    <ns1:close/>
                    <ns1:moveTo>
                      <ns1:pt x="17" y="4"/>
                    </ns1:moveTo>
                    <ns1:cubicBezTo>
                      <ns1:pt x="10" y="4"/>
                      <ns1:pt x="4" y="9"/>
                      <ns1:pt x="4" y="16"/>
                    </ns1:cubicBezTo>
                    <ns1:cubicBezTo>
                      <ns1:pt x="4" y="23"/>
                      <ns1:pt x="10" y="29"/>
                      <ns1:pt x="17" y="29"/>
                    </ns1:cubicBezTo>
                    <ns1:cubicBezTo>
                      <ns1:pt x="23" y="29"/>
                      <ns1:pt x="29" y="23"/>
                      <ns1:pt x="29" y="16"/>
                    </ns1:cubicBezTo>
                    <ns1:cubicBezTo>
                      <ns1:pt x="29" y="9"/>
                      <ns1:pt x="23" y="4"/>
                      <ns1:pt x="17"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3" name="Freeform 38">
                <ns1:extLst>
                  <ns1:ext uri="{FF2B5EF4-FFF2-40B4-BE49-F238E27FC236}">
                    <ns3:creationId id="{DD99CF64-0E82-4D1A-BD2A-08942182F426}"/>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5400000">
                <ns1:off x="11399044" y="3095360"/>
                <ns1:ext cx="188913"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4" name="Freeform 39">
                <ns1:extLst>
                  <ns1:ext uri="{FF2B5EF4-FFF2-40B4-BE49-F238E27FC236}">
                    <ns3:creationId id="{98C12D33-1747-4B24-89ED-F441AE4A0C10}"/>
                  </ns1:ext>
                  <ns1:ext uri="{C183D7F6-B498-43B3-948B-1728B52AA6E4}">
                    <ns4:decorative val="1"/>
                  </ns1:ext>
                </ns1:extLst>
              </ns0:cNvPr>
              <ns0:cNvSpPr/>
              <ns0:nvPr>
                <ns0:extLst>
                  <ns0:ext uri="{386F3935-93C4-4BCD-93E2-E3B085C9AB24}">
                    <ns5:designElem val="1"/>
                  </ns0:ext>
                </ns0:extLst>
              </ns0:nvPr>
            </ns0:nvSpPr>
            <ns0:spPr bwMode="auto">
              <ns1:xfrm rot="5400000">
                <ns1:off x="10353675" y="2153178"/>
                <ns1:ext cx="307975" cy="1801813"/>
              </ns1:xfrm>
              <ns1:custGeom>
                <ns1:avLst/>
                <ns1:gdLst/>
                <ns1:ahLst/>
                <ns1:cxnLst/>
                <ns1:rect l="0" t="0" r="r" b="b"/>
                <ns1:pathLst>
                  <ns1:path w="194" h="1135">
                    <ns1:moveTo>
                      <ns1:pt x="18" y="1135"/>
                    </ns1:moveTo>
                    <ns1:lnTo>
                      <ns1:pt x="0" y="1135"/>
                    </ns1:lnTo>
                    <ns1:lnTo>
                      <ns1:pt x="0" y="354"/>
                    </ns1:lnTo>
                    <ns1:lnTo>
                      <ns1:pt x="176" y="177"/>
                    </ns1:lnTo>
                    <ns1:lnTo>
                      <ns1:pt x="176" y="0"/>
                    </ns1:lnTo>
                    <ns1:lnTo>
                      <ns1:pt x="194" y="0"/>
                    </ns1:lnTo>
                    <ns1:lnTo>
                      <ns1:pt x="194" y="183"/>
                    </ns1:lnTo>
                    <ns1:lnTo>
                      <ns1:pt x="18" y="360"/>
                    </ns1:lnTo>
                    <ns1:lnTo>
                      <ns1:pt x="18" y="1135"/>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5" name="Freeform 40">
                <ns1:extLst>
                  <ns1:ext uri="{FF2B5EF4-FFF2-40B4-BE49-F238E27FC236}">
                    <ns3:creationId id="{A60200CC-BAEC-4310-8C9B-F7BB783E982C}"/>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5400000">
                <ns1:off x="9848850" y="3308878"/>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6" name="Rectangle 41">
                <ns1:extLst>
                  <ns1:ext uri="{FF2B5EF4-FFF2-40B4-BE49-F238E27FC236}">
                    <ns3:creationId id="{2A7F40BF-B0BE-4B09-87EE-F56632B7EDB1}"/>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rot="5400000">
                <ns1:off x="9721056" y="3284272"/>
                <ns1:ext cx="23813" cy="252413"/>
              </ns1:xfrm>
              <ns1:prstGeom prst="rect">
                <ns1:avLst/>
              </ns1:pr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7" name="Freeform 32">
                <ns1:extLst>
                  <ns1:ext uri="{FF2B5EF4-FFF2-40B4-BE49-F238E27FC236}">
                    <ns3:creationId id="{353978AF-8FB9-4A61-A2EA-1995A14F3956}"/>
                  </ns1:ext>
                  <ns1:ext uri="{C183D7F6-B498-43B3-948B-1728B52AA6E4}">
                    <ns4:decorative val="1"/>
                  </ns1:ext>
                </ns1:extLst>
              </ns0:cNvPr>
              <ns0:cNvSpPr/>
              <ns0:nvPr>
                <ns0:extLst>
                  <ns0:ext uri="{386F3935-93C4-4BCD-93E2-E3B085C9AB24}">
                    <ns5:designElem val="1"/>
                  </ns0:ext>
                </ns0:extLst>
              </ns0:nvPr>
            </ns0:nvSpPr>
            <ns0:spPr bwMode="auto">
              <ns1:xfrm rot="16200000" flipH="1" flipV="1">
                <ns1:off x="2122751" y="3532184"/>
                <ns1:ext cx="417513" cy="512763"/>
              </ns1:xfrm>
              <ns1:custGeom>
                <ns1:avLst/>
                <ns1:gdLst/>
                <ns1:ahLst/>
                <ns1:cxnLst/>
                <ns1:rect l="0" t="0" r="r" b="b"/>
                <ns1:pathLst>
                  <ns1:path w="263" h="323">
                    <ns1:moveTo>
                      <ns1:pt x="12" y="323"/>
                    </ns1:moveTo>
                    <ns1:lnTo>
                      <ns1:pt x="0" y="314"/>
                    </ns1:lnTo>
                    <ns1:lnTo>
                      <ns1:pt x="203" y="108"/>
                    </ns1:lnTo>
                    <ns1:lnTo>
                      <ns1:pt x="248" y="0"/>
                    </ns1:lnTo>
                    <ns1:lnTo>
                      <ns1:pt x="263" y="6"/>
                    </ns1:lnTo>
                    <ns1:lnTo>
                      <ns1:pt x="218" y="117"/>
                    </ns1:lnTo>
                    <ns1:lnTo>
                      <ns1:pt x="218" y="117"/>
                    </ns1:lnTo>
                    <ns1:lnTo>
                      <ns1:pt x="12" y="323"/>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8" name="Freeform 33">
                <ns1:extLst>
                  <ns1:ext uri="{FF2B5EF4-FFF2-40B4-BE49-F238E27FC236}">
                    <ns3:creationId id="{B20F89C3-4BAD-42AA-8D31-6F6DF17FE934}"/>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16200000" flipH="1" flipV="1">
                <ns1:off x="1958445" y="3463128"/>
                <ns1:ext cx="157163" cy="152400"/>
              </ns1:xfrm>
              <ns1:custGeom>
                <ns1:avLst/>
                <ns1:gdLst/>
                <ns1:ahLst/>
                <ns1:cxnLst/>
                <ns1:rect l="0" t="0" r="r" b="b"/>
                <ns1:pathLst>
                  <ns1:path w="33" h="32">
                    <ns1:moveTo>
                      <ns1:pt x="17" y="32"/>
                    </ns1:moveTo>
                    <ns1:cubicBezTo>
                      <ns1:pt x="13" y="32"/>
                      <ns1:pt x="9" y="30"/>
                      <ns1:pt x="6" y="27"/>
                    </ns1:cubicBezTo>
                    <ns1:cubicBezTo>
                      <ns1:pt x="0" y="21"/>
                      <ns1:pt x="0" y="11"/>
                      <ns1:pt x="6" y="5"/>
                    </ns1:cubicBezTo>
                    <ns1:cubicBezTo>
                      <ns1:pt x="9" y="2"/>
                      <ns1:pt x="13" y="0"/>
                      <ns1:pt x="17" y="0"/>
                    </ns1:cubicBezTo>
                    <ns1:cubicBezTo>
                      <ns1:pt x="21" y="0"/>
                      <ns1:pt x="25" y="2"/>
                      <ns1:pt x="28" y="5"/>
                    </ns1:cubicBezTo>
                    <ns1:cubicBezTo>
                      <ns1:pt x="31" y="8"/>
                      <ns1:pt x="33" y="12"/>
                      <ns1:pt x="33" y="16"/>
                    </ns1:cubicBezTo>
                    <ns1:cubicBezTo>
                      <ns1:pt x="33" y="20"/>
                      <ns1:pt x="31" y="24"/>
                      <ns1:pt x="28" y="27"/>
                    </ns1:cubicBezTo>
                    <ns1:cubicBezTo>
                      <ns1:pt x="25" y="30"/>
                      <ns1:pt x="21" y="32"/>
                      <ns1:pt x="17" y="32"/>
                    </ns1:cubicBezTo>
                    <ns1:close/>
                    <ns1:moveTo>
                      <ns1:pt x="17" y="4"/>
                    </ns1:moveTo>
                    <ns1:cubicBezTo>
                      <ns1:pt x="14" y="4"/>
                      <ns1:pt x="11" y="6"/>
                      <ns1:pt x="9" y="8"/>
                    </ns1:cubicBezTo>
                    <ns1:cubicBezTo>
                      <ns1:pt x="4" y="12"/>
                      <ns1:pt x="4" y="20"/>
                      <ns1:pt x="9" y="24"/>
                    </ns1:cubicBezTo>
                    <ns1:cubicBezTo>
                      <ns1:pt x="11" y="27"/>
                      <ns1:pt x="14" y="28"/>
                      <ns1:pt x="17" y="28"/>
                    </ns1:cubicBezTo>
                    <ns1:cubicBezTo>
                      <ns1:pt x="20" y="28"/>
                      <ns1:pt x="23" y="27"/>
                      <ns1:pt x="26" y="24"/>
                    </ns1:cubicBezTo>
                    <ns1:cubicBezTo>
                      <ns1:pt x="30" y="20"/>
                      <ns1:pt x="30" y="12"/>
                      <ns1:pt x="26" y="8"/>
                    </ns1:cubicBezTo>
                    <ns1:cubicBezTo>
                      <ns1:pt x="23" y="6"/>
                      <ns1:pt x="20" y="4"/>
                      <ns1:pt x="17"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29" name="Freeform 34">
                <ns1:extLst>
                  <ns1:ext uri="{FF2B5EF4-FFF2-40B4-BE49-F238E27FC236}">
                    <ns3:creationId id="{A60FE276-3FF2-4622-BF99-D4E4B249E5B3}"/>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16200000" flipH="1" flipV="1">
                <ns1:off x="858308" y="3726653"/>
                <ns1:ext cx="188913"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30" name="Freeform 37">
                <ns1:extLst>
                  <ns1:ext uri="{FF2B5EF4-FFF2-40B4-BE49-F238E27FC236}">
                    <ns3:creationId id="{B05A0D3F-808B-48D6-A821-1FE9E86E8CB7}"/>
                  </ns1:ext>
                  <ns1:ext uri="{C183D7F6-B498-43B3-948B-1728B52AA6E4}">
                    <ns4:decorative val="1"/>
                  </ns1:ext>
                </ns1:extLst>
              </ns0:cNvPr>
              <ns0:cNvSpPr/>
              <ns0:nvPr>
                <ns0:extLst>
                  <ns0:ext uri="{386F3935-93C4-4BCD-93E2-E3B085C9AB24}">
                    <ns5:designElem val="1"/>
                  </ns0:ext>
                </ns0:extLst>
              </ns0:nvPr>
            </ns0:nvSpPr>
            <ns0:spPr bwMode="auto">
              <ns1:xfrm rot="16200000" flipH="1" flipV="1">
                <ns1:off x="1658407" y="3186902"/>
                <ns1:ext cx="304800" cy="1544638"/>
              </ns1:xfrm>
              <ns1:custGeom>
                <ns1:avLst/>
                <ns1:gdLst/>
                <ns1:ahLst/>
                <ns1:cxnLst/>
                <ns1:rect l="0" t="0" r="r" b="b"/>
                <ns1:pathLst>
                  <ns1:path w="192" h="973">
                    <ns1:moveTo>
                      <ns1:pt x="15" y="973"/>
                    </ns1:moveTo>
                    <ns1:lnTo>
                      <ns1:pt x="0" y="973"/>
                    </ns1:lnTo>
                    <ns1:lnTo>
                      <ns1:pt x="0" y="790"/>
                    </ns1:lnTo>
                    <ns1:lnTo>
                      <ns1:pt x="174" y="614"/>
                    </ns1:lnTo>
                    <ns1:lnTo>
                      <ns1:pt x="174" y="0"/>
                    </ns1:lnTo>
                    <ns1:lnTo>
                      <ns1:pt x="192" y="0"/>
                    </ns1:lnTo>
                    <ns1:lnTo>
                      <ns1:pt x="192" y="620"/>
                    </ns1:lnTo>
                    <ns1:lnTo>
                      <ns1:pt x="15" y="796"/>
                    </ns1:lnTo>
                    <ns1:lnTo>
                      <ns1:pt x="15" y="973"/>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31" name="Freeform 35">
                <ns1:extLst>
                  <ns1:ext uri="{FF2B5EF4-FFF2-40B4-BE49-F238E27FC236}">
                    <ns3:creationId id="{69F7D438-BAA0-4DAD-9BC5-198B677A75A7}"/>
                  </ns1:ext>
                  <ns1:ext uri="{C183D7F6-B498-43B3-948B-1728B52AA6E4}">
                    <ns4:decorative val="1"/>
                  </ns1:ext>
                </ns1:extLst>
              </ns0:cNvPr>
              <ns0:cNvSpPr/>
              <ns0:nvPr>
                <ns0:extLst>
                  <ns0:ext uri="{386F3935-93C4-4BCD-93E2-E3B085C9AB24}">
                    <ns5:designElem val="1"/>
                  </ns0:ext>
                </ns0:extLst>
              </ns0:nvPr>
            </ns0:nvSpPr>
            <ns0:spPr bwMode="auto">
              <ns1:xfrm rot="16200000" flipH="1">
                <ns1:off x="1860814" y="2715153"/>
                <ns1:ext cx="298450" cy="1154113"/>
              </ns1:xfrm>
              <ns1:custGeom>
                <ns1:avLst/>
                <ns1:gdLst/>
                <ns1:ahLst/>
                <ns1:cxnLst/>
                <ns1:rect l="0" t="0" r="r" b="b"/>
                <ns1:pathLst>
                  <ns1:path w="188" h="727">
                    <ns1:moveTo>
                      <ns1:pt x="15" y="727"/>
                    </ns1:moveTo>
                    <ns1:lnTo>
                      <ns1:pt x="0" y="727"/>
                    </ns1:lnTo>
                    <ns1:lnTo>
                      <ns1:pt x="0" y="407"/>
                    </ns1:lnTo>
                    <ns1:lnTo>
                      <ns1:pt x="0" y="407"/>
                    </ns1:lnTo>
                    <ns1:lnTo>
                      <ns1:pt x="176" y="0"/>
                    </ns1:lnTo>
                    <ns1:lnTo>
                      <ns1:pt x="188" y="6"/>
                    </ns1:lnTo>
                    <ns1:lnTo>
                      <ns1:pt x="15" y="410"/>
                    </ns1:lnTo>
                    <ns1:lnTo>
                      <ns1:pt x="15" y="727"/>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32" name="Freeform 36">
                <ns1:extLst>
                  <ns1:ext uri="{FF2B5EF4-FFF2-40B4-BE49-F238E27FC236}">
                    <ns3:creationId id="{EC63B186-43B8-4552-AFDB-A544240A7C54}"/>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16200000" flipH="1">
                <ns1:off x="1289314" y="3385079"/>
                <ns1:ext cx="157163" cy="155575"/>
              </ns1:xfrm>
              <ns1:custGeom>
                <ns1:avLst/>
                <ns1:gdLst/>
                <ns1:ahLst/>
                <ns1:cxnLst/>
                <ns1:rect l="0" t="0" r="r" b="b"/>
                <ns1:pathLst>
                  <ns1:path w="33" h="33">
                    <ns1:moveTo>
                      <ns1:pt x="17" y="33"/>
                    </ns1:moveTo>
                    <ns1:cubicBezTo>
                      <ns1:pt x="8" y="33"/>
                      <ns1:pt x="0" y="25"/>
                      <ns1:pt x="0" y="16"/>
                    </ns1:cubicBezTo>
                    <ns1:cubicBezTo>
                      <ns1:pt x="0" y="7"/>
                      <ns1:pt x="8" y="0"/>
                      <ns1:pt x="17" y="0"/>
                    </ns1:cubicBezTo>
                    <ns1:cubicBezTo>
                      <ns1:pt x="26" y="0"/>
                      <ns1:pt x="33" y="7"/>
                      <ns1:pt x="33" y="16"/>
                    </ns1:cubicBezTo>
                    <ns1:cubicBezTo>
                      <ns1:pt x="33" y="25"/>
                      <ns1:pt x="26" y="33"/>
                      <ns1:pt x="17" y="33"/>
                    </ns1:cubicBezTo>
                    <ns1:close/>
                    <ns1:moveTo>
                      <ns1:pt x="17" y="4"/>
                    </ns1:moveTo>
                    <ns1:cubicBezTo>
                      <ns1:pt x="10" y="4"/>
                      <ns1:pt x="4" y="9"/>
                      <ns1:pt x="4" y="16"/>
                    </ns1:cubicBezTo>
                    <ns1:cubicBezTo>
                      <ns1:pt x="4" y="23"/>
                      <ns1:pt x="10" y="29"/>
                      <ns1:pt x="17" y="29"/>
                    </ns1:cubicBezTo>
                    <ns1:cubicBezTo>
                      <ns1:pt x="23" y="29"/>
                      <ns1:pt x="29" y="23"/>
                      <ns1:pt x="29" y="16"/>
                    </ns1:cubicBezTo>
                    <ns1:cubicBezTo>
                      <ns1:pt x="29" y="9"/>
                      <ns1:pt x="23" y="4"/>
                      <ns1:pt x="17"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33" name="Freeform 38">
                <ns1:extLst>
                  <ns1:ext uri="{FF2B5EF4-FFF2-40B4-BE49-F238E27FC236}">
                    <ns3:creationId id="{8542E82D-01AD-4BD8-8C5F-A6CDAD039B03}"/>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16200000" flipH="1">
                <ns1:off x="605895" y="3247760"/>
                <ns1:ext cx="188913"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34" name="Freeform 39">
                <ns1:extLst>
                  <ns1:ext uri="{FF2B5EF4-FFF2-40B4-BE49-F238E27FC236}">
                    <ns3:creationId id="{6285CF32-2BD3-47D0-9A6C-3EE7FD639713}"/>
                  </ns1:ext>
                  <ns1:ext uri="{C183D7F6-B498-43B3-948B-1728B52AA6E4}">
                    <ns4:decorative val="1"/>
                  </ns1:ext>
                </ns1:extLst>
              </ns0:cNvPr>
              <ns0:cNvSpPr/>
              <ns0:nvPr>
                <ns0:extLst>
                  <ns0:ext uri="{386F3935-93C4-4BCD-93E2-E3B085C9AB24}">
                    <ns5:designElem val="1"/>
                  </ns0:ext>
                </ns0:extLst>
              </ns0:nvPr>
            </ns0:nvSpPr>
            <ns0:spPr bwMode="auto">
              <ns1:xfrm rot="16200000" flipH="1">
                <ns1:off x="1532202" y="2305578"/>
                <ns1:ext cx="307975" cy="1801813"/>
              </ns1:xfrm>
              <ns1:custGeom>
                <ns1:avLst/>
                <ns1:gdLst/>
                <ns1:ahLst/>
                <ns1:cxnLst/>
                <ns1:rect l="0" t="0" r="r" b="b"/>
                <ns1:pathLst>
                  <ns1:path w="194" h="1135">
                    <ns1:moveTo>
                      <ns1:pt x="18" y="1135"/>
                    </ns1:moveTo>
                    <ns1:lnTo>
                      <ns1:pt x="0" y="1135"/>
                    </ns1:lnTo>
                    <ns1:lnTo>
                      <ns1:pt x="0" y="354"/>
                    </ns1:lnTo>
                    <ns1:lnTo>
                      <ns1:pt x="176" y="177"/>
                    </ns1:lnTo>
                    <ns1:lnTo>
                      <ns1:pt x="176" y="0"/>
                    </ns1:lnTo>
                    <ns1:lnTo>
                      <ns1:pt x="194" y="0"/>
                    </ns1:lnTo>
                    <ns1:lnTo>
                      <ns1:pt x="194" y="183"/>
                    </ns1:lnTo>
                    <ns1:lnTo>
                      <ns1:pt x="18" y="360"/>
                    </ns1:lnTo>
                    <ns1:lnTo>
                      <ns1:pt x="18" y="1135"/>
                    </ns1:ln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35" name="Freeform 40">
                <ns1:extLst>
                  <ns1:ext uri="{FF2B5EF4-FFF2-40B4-BE49-F238E27FC236}">
                    <ns3:creationId id="{FA36D129-7B33-4379-B9EE-5624B9576699}"/>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rot="16200000" flipH="1">
                <ns1:off x="2154501" y="3461278"/>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sp>
            <ns0:nvSpPr>
              <ns0:cNvPr id="36" name="Rectangle 41">
                <ns1:extLst>
                  <ns1:ext uri="{FF2B5EF4-FFF2-40B4-BE49-F238E27FC236}">
                    <ns3:creationId id="{0229A187-4E69-4262-B001-C5F0B55225F9}"/>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rot="16200000" flipH="1">
                <ns1:off x="2448983" y="3436672"/>
                <ns1:ext cx="23813" cy="252413"/>
              </ns1:xfrm>
              <ns1:prstGeom prst="rect">
                <ns1:avLst/>
              </ns1:prstGeom>
              <ns1:solidFill>
                <ns1:schemeClr val="tx2">
                  <ns1:alpha val="60000"/>
                </ns1:schemeClr>
              </ns1:solidFill>
              <ns1:ln>
                <ns1:noFill/>
              </ns1:ln>
              <ns1:effectLst>
                <ns1:outerShdw blurRad="50800" dist="38100" dir="2700000" algn="tl" rotWithShape="0">
                  <ns1:srgbClr val="000000">
                    <ns1:alpha val="58000"/>
                  </ns1:srgbClr>
                </ns1:outerShdw>
              </ns1:effectLst>
            </ns0:spPr>
            <ns0:txBody>
              <ns1:bodyPr/>
              <ns1:lstStyle/>
              <ns1:p>
                <ns1:endParaRPr lang="en-ZA"/>
              </ns1:p>
            </ns0:txBody>
          </ns0:sp>
        </ns0:grpSp>
      </ns0:grpSp>
      <ns0:sp>
        <ns0:nvSpPr>
          <ns0:cNvPr id="2" name="Title 1">
            <ns1:extLst>
              <ns1:ext uri="{FF2B5EF4-FFF2-40B4-BE49-F238E27FC236}">
                <ns3:creationId id="{A6C89C90-545E-75F1-1BC4-3AB6FEC88706}"/>
              </ns1:ext>
            </ns1:extLst>
          </ns0:cNvPr>
          <ns0:cNvSpPr>
            <ns1:spLocks noGrp="1"/>
          </ns0:cNvSpPr>
          <ns0:nvPr>
            <ns0:ph type="ctrTitle"/>
          </ns0:nvPr>
        </ns0:nvSpPr>
        <ns0:spPr>
          <ns1:xfrm>
            <ns1:off x="2667000" y="2328334"/>
            <ns1:ext cx="6858000" cy="1367896"/>
          </ns1:xfrm>
        </ns0:spPr>
        <ns0:txBody>
          <ns1:bodyPr>
            <ns1:normAutofit/>
          </ns1:bodyPr>
          <ns1:lstStyle/>
          <ns1:p>
            <ns1:pPr algn="ctr"/>
            <ns1:r>
              <ns1:rPr lang="en-US" sz="4400"/>
              <ns1:t>Linked Lists: Insertion &amp; Deletion</ns1:t>
            </ns1:r>
            <ns1:endParaRPr lang="en-ZA" sz="4400"/>
          </ns1:p>
        </ns0:txBody>
      </ns0:sp>
      <ns0:sp>
        <ns0:nvSpPr>
          <ns0:cNvPr id="3" name="Subtitle 2">
            <ns1:extLst>
              <ns1:ext uri="{FF2B5EF4-FFF2-40B4-BE49-F238E27FC236}">
                <ns3:creationId id="{B5B9384D-B8E4-F084-9D74-00429894445B}"/>
              </ns1:ext>
            </ns1:extLst>
          </ns0:cNvPr>
          <ns0:cNvSpPr>
            <ns1:spLocks noGrp="1"/>
          </ns0:cNvSpPr>
          <ns0:nvPr>
            <ns0:ph type="subTitle" idx="1"/>
          </ns0:nvPr>
        </ns0:nvSpPr>
        <ns0:spPr>
          <ns1:xfrm>
            <ns1:off x="2667001" y="3602038"/>
            <ns1:ext cx="6857999" cy="953029"/>
          </ns1:xfrm>
        </ns0:spPr>
        <ns0:txBody>
          <ns1:bodyPr>
            <ns1:normAutofit/>
          </ns1:bodyPr>
          <ns1:lstStyle/>
          <ns1:p>
            <ns1:pPr algn="ctr"/>
            <ns1:r>
              <ns1:rPr lang="en-US" dirty="0" err="1"/>
              <ns1:t>NullEntity</ns1:t>
            </ns1:r>
            <ns1:endParaRPr lang="en-US" dirty="0"/>
          </ns1:p>
          <ns1:p>
            <ns1:pPr algn="ctr"/>
            <ns1:endParaRPr lang="en-ZA" dirty="0"/>
          </ns1:p>
        </ns0:txBody>
      </ns0:sp>
    </ns0:spTree>
    <ns0:extLst>
      <ns0:ext uri="{BB962C8B-B14F-4D97-AF65-F5344CB8AC3E}">
        <ns7:creationId val="1172302698"/>
      </ns0:ext>
    </ns0:extLst>
  </ns0:cSld>
  <ns0:clrMapOvr>
    <ns1:masterClrMapping/>
  </ns0:clrMapOvr>
  <ns8:AlternateContent>
    <ns8:Choice Requires="p14">
      <ns0:transition spd="slow" ns7:dur="4000">
        <ns7:vortex dir="r"/>
      </ns0:transition>
    </ns8:Choice>
    <ns8:Fallback>
      <ns0:transition spd="slow">
        <ns0:fade/>
      </ns0:transition>
    </ns8:Fallback>
  </ns8:AlternateContent>
  <ns0:timing>
    <ns0:tnLst>
      <ns0:par>
        <ns0:cTn id="1" dur="indefinite" restart="never" nodeType="tmRoot">
          <ns0:childTnLst>
            <ns0:seq concurrent="1" nextAc="seek">
              <ns0:cTn id="2" dur="indefinite" nodeType="mainSeq">
                <ns0:childTnLst>
                  <ns0:par>
                    <ns0:cTn id="3" fill="hold">
                      <ns0:stCondLst>
                        <ns0:cond delay="indefinite"/>
                        <ns0:cond evt="onBegin" delay="0">
                          <ns0:tn val="2"/>
                        </ns0:cond>
                      </ns0:stCondLst>
                      <ns0:childTnLst>
                        <ns0:par>
                          <ns0:cTn id="4" fill="hold">
                            <ns0:stCondLst>
                              <ns0:cond delay="0"/>
                            </ns0:stCondLst>
                            <ns0:childTnLst>
                              <ns0:par>
                                <ns0:cTn id="5" presetID="10" presetClass="entr" presetSubtype="0" fill="hold" grpId="0" nodeType="withEffect">
                                  <ns0:stCondLst>
                                    <ns0:cond delay="1000"/>
                                  </ns0:stCondLst>
                                  <ns0:iterate>
                                    <ns0:tmPct val="10000"/>
                                  </ns0:iterate>
                                  <ns0:childTnLst>
                                    <ns0:set>
                                      <ns0:cBhvr>
                                        <ns0:cTn id="6" dur="1" fill="hold">
                                          <ns0:stCondLst>
                                            <ns0:cond delay="0"/>
                                          </ns0:stCondLst>
                                        </ns0:cTn>
                                        <ns0:tgtEl>
                                          <ns0:spTgt spid="2"/>
                                        </ns0:tgtEl>
                                        <ns0:attrNameLst>
                                          <ns0:attrName>style.visibility</ns0:attrName>
                                        </ns0:attrNameLst>
                                      </ns0:cBhvr>
                                      <ns0:to>
                                        <ns0:strVal val="visible"/>
                                      </ns0:to>
                                    </ns0:set>
                                    <ns0:animEffect transition="in" filter="fade">
                                      <ns0:cBhvr>
                                        <ns0:cTn id="7" dur="700"/>
                                        <ns0:tgtEl>
                                          <ns0:spTgt spid="2"/>
                                        </ns0:tgtEl>
                                      </ns0:cBhvr>
                                    </ns0:animEffect>
                                  </ns0:childTnLst>
                                </ns0:cTn>
                              </ns0:par>
                              <ns0:par>
                                <ns0:cTn id="8" presetID="10" presetClass="entr" presetSubtype="0" fill="hold" grpId="0" nodeType="withEffect">
                                  <ns0:stCondLst>
                                    <ns0:cond delay="1500"/>
                                  </ns0:stCondLst>
                                  <ns0:iterate>
                                    <ns0:tmPct val="10000"/>
                                  </ns0:iterate>
                                  <ns0:childTnLst>
                                    <ns0:set>
                                      <ns0:cBhvr>
                                        <ns0:cTn id="9" dur="1" fill="hold">
                                          <ns0:stCondLst>
                                            <ns0:cond delay="0"/>
                                          </ns0:stCondLst>
                                        </ns0:cTn>
                                        <ns0:tgtEl>
                                          <ns0:spTgt spid="3">
                                            <ns0:txEl>
                                              <ns0:pRg st="0" end="0"/>
                                            </ns0:txEl>
                                          </ns0:spTgt>
                                        </ns0:tgtEl>
                                        <ns0:attrNameLst>
                                          <ns0:attrName>style.visibility</ns0:attrName>
                                        </ns0:attrNameLst>
                                      </ns0:cBhvr>
                                      <ns0:to>
                                        <ns0:strVal val="visible"/>
                                      </ns0:to>
                                    </ns0:set>
                                    <ns0:animEffect transition="in" filter="fade">
                                      <ns0:cBhvr>
                                        <ns0:cTn id="10" dur="700"/>
                                        <ns0:tgtEl>
                                          <ns0:spTgt spid="3">
                                            <ns0:txEl>
                                              <ns0:pRg st="0" end="0"/>
                                            </ns0:txEl>
                                          </ns0:spTgt>
                                        </ns0:tgtEl>
                                      </ns0:cBhvr>
                                    </ns0:animEffect>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2" grpId="0"/>
      <ns0:bldP spid="3" grpId="0" build="p"/>
    </ns0:bldLst>
  </ns0:timing>
</ns0:sld>
</file>

<file path=ppt/slides/slide2.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drawing/2017/decorative" xmlns:ns5="http://schemas.microsoft.com/office/powerpoint/2015/main" xmlns:ns6="http://schemas.microsoft.com/office/drawing/2010/main" xmlns:ns7="http://schemas.microsoft.com/office/powerpoint/2010/main" xmlns:ns8="http://schemas.openxmlformats.org/drawingml/2006/diagram" xmlns:ns9="http://schemas.openxmlformats.org/markup-compatibility/2006">
  <ns0:cSld>
    <ns0:bg>
      <ns0:bgPr>
        <ns1:blipFill>
          <ns1:blip ns2:embed="rId2">
            <ns1:duotone>
              <ns1:schemeClr val="bg2">
                <ns1:shade val="88000"/>
                <ns1:hueMod val="106000"/>
                <ns1:satMod val="140000"/>
                <ns1:lumMod val="54000"/>
              </ns1:schemeClr>
              <ns1:schemeClr val="bg2">
                <ns1:tint val="98000"/>
                <ns1:hueMod val="90000"/>
                <ns1:satMod val="150000"/>
                <ns1:lumMod val="160000"/>
              </ns1:schemeClr>
            </ns1:duotone>
          </ns1:blip>
          <ns1:stretch/>
        </ns1:blipFill>
        <ns1:effectLst/>
      </ns0:bgPr>
    </ns0:bg>
    <ns0:spTree>
      <ns0:nvGrpSpPr>
        <ns0:cNvPr id="1" name=""/>
        <ns0:cNvGrpSpPr/>
        <ns0:nvPr/>
      </ns0:nvGrpSpPr>
      <ns0:grpSpPr>
        <ns1:xfrm>
          <ns1:off x="0" y="0"/>
          <ns1:ext cx="0" cy="0"/>
          <ns1:chOff x="0" y="0"/>
          <ns1:chExt cx="0" cy="0"/>
        </ns1:xfrm>
      </ns0:grpSpPr>
      <ns0:pic>
        <ns0:nvPicPr>
          <ns0:cNvPr id="97" name="Picture 2">
            <ns1:extLst>
              <ns1:ext uri="{FF2B5EF4-FFF2-40B4-BE49-F238E27FC236}">
                <ns3:creationId id="{59FACE42-44B0-4185-8ED4-9043A78C8600}"/>
              </ns1:ext>
              <ns1:ext uri="{C183D7F6-B498-43B3-948B-1728B52AA6E4}">
                <ns4:decorative val="1"/>
              </ns1:ext>
            </ns1:extLst>
          </ns0:cNvPr>
          <ns0:cNvPicPr>
            <ns1:picLocks noGrp="1" noRot="1" noChangeAspect="1" noMove="1" noResize="1" noEditPoints="1" noAdjustHandles="1" noChangeArrowheads="1" noChangeShapeType="1" noCrop="1"/>
          </ns0:cNvPicPr>
          <ns0:nvPr>
            <ns0:extLst>
              <ns0:ext uri="{386F3935-93C4-4BCD-93E2-E3B085C9AB24}">
                <ns5:designElem val="1"/>
              </ns0:ext>
            </ns0:extLst>
          </ns0:nvPr>
        </ns0:nvPicPr>
        <ns0:blipFill>
          <ns1:blip ns2:embed="rId3">
            <ns1:alphaModFix amt="30000"/>
            <ns1:extLst>
              <ns1:ext uri="{28A0092B-C50C-407E-A947-70E740481C1C}">
                <ns6:useLocalDpi val="0"/>
              </ns1:ext>
            </ns1:extLst>
          </ns1:blip>
          <ns1:srcRect/>
          <ns1:stretch>
            <ns1:fillRect/>
          </ns1:stretch>
        </ns0:blipFill>
        <ns0:spPr bwMode="auto">
          <ns1:xfrm>
            <ns1:off x="0" y="-1"/>
            <ns1:ext cx="12192003" cy="6858001"/>
          </ns1:xfrm>
          <ns1:prstGeom prst="rect">
            <ns1:avLst/>
          </ns1:prstGeom>
          <ns1:noFill/>
          <ns1:extLst>
            <ns1:ext uri="{909E8E84-426E-40dd-AFC4-6F175D3DCCD1}">
              <ns6:hiddenFill>
                <ns1:solidFill>
                  <ns1:srgbClr val="FFFFFF"/>
                </ns1:solidFill>
              </ns6:hiddenFill>
            </ns1:ext>
          </ns1:extLst>
        </ns0:spPr>
      </ns0:pic>
      <ns0:grpSp>
        <ns0:nvGrpSpPr>
          <ns0:cNvPr id="99" name="Group 98">
            <ns1:extLst>
              <ns1:ext uri="{FF2B5EF4-FFF2-40B4-BE49-F238E27FC236}">
                <ns3:creationId id="{A838DBA2-246D-4087-AE0A-6EA2B4B65AF3}"/>
              </ns1:ext>
              <ns1:ext uri="{C183D7F6-B498-43B3-948B-1728B52AA6E4}">
                <ns4:decorative val="1"/>
              </ns1:ext>
            </ns1:extLst>
          </ns0:cNvPr>
          <ns0:cNvGrpSpPr>
            <ns1:grpSpLocks noGrp="1" noUngrp="1" noRot="1" noChangeAspect="1" noMove="1" noResize="1"/>
          </ns0:cNvGrpSpPr>
          <ns0:nvPr>
            <ns0:extLst>
              <ns0:ext uri="{386F3935-93C4-4BCD-93E2-E3B085C9AB24}">
                <ns5:designElem val="1"/>
              </ns0:ext>
            </ns0:extLst>
          </ns0:nvPr>
        </ns0:nvGrpSpPr>
        <ns0:grpSpPr>
          <ns1:xfrm>
            <ns1:off x="-14288" y="0"/>
            <ns1:ext cx="12053888" cy="6858001"/>
            <ns1:chOff x="-14288" y="0"/>
            <ns1:chExt cx="12053888" cy="6858001"/>
          </ns1:xfrm>
        </ns0:grpSpPr>
        <ns0:grpSp>
          <ns0:nvGrpSpPr>
            <ns0:cNvPr id="100" name="Group 99">
              <ns1:extLst>
                <ns1:ext uri="{FF2B5EF4-FFF2-40B4-BE49-F238E27FC236}">
                  <ns3:creationId id="{B4406F95-9579-494D-BE1E-A012A7F4CB34}"/>
                </ns1:ext>
                <ns1:ext uri="{C183D7F6-B498-43B3-948B-1728B52AA6E4}">
                  <ns4:decorative val="1"/>
                </ns1:ext>
              </ns1:extLst>
            </ns0:cNvPr>
            <ns0:cNvGrpSpPr/>
            <ns0:nvPr>
              <ns0:extLst>
                <ns0:ext uri="{386F3935-93C4-4BCD-93E2-E3B085C9AB24}">
                  <ns5:designElem val="1"/>
                </ns0:ext>
              </ns0:extLst>
            </ns0:nvPr>
          </ns0:nvGrpSpPr>
          <ns0:grpSpPr>
            <ns1:xfrm>
              <ns1:off x="-14288" y="0"/>
              <ns1:ext cx="1220788" cy="6858001"/>
              <ns1:chOff x="-14288" y="0"/>
              <ns1:chExt cx="1220788" cy="6858001"/>
            </ns1:xfrm>
            <ns1:gradFill flip="none" rotWithShape="1">
              <ns1:gsLst>
                <ns1:gs pos="0">
                  <ns1:schemeClr val="tx2"/>
                </ns1:gs>
                <ns1:gs pos="100000">
                  <ns1:schemeClr val="bg2">
                    <ns1:lumMod val="60000"/>
                    <ns1:lumOff val="40000"/>
                  </ns1:schemeClr>
                </ns1:gs>
              </ns1:gsLst>
              <ns1:lin ang="5400000" scaled="0"/>
              <ns1:tileRect/>
            </ns1:gradFill>
          </ns0:grpSpPr>
          <ns0:sp>
            <ns0:nvSpPr>
              <ns0:cNvPr id="112" name="Rectangle 5">
                <ns1:extLst>
                  <ns1:ext uri="{FF2B5EF4-FFF2-40B4-BE49-F238E27FC236}">
                    <ns3:creationId id="{4C8D671A-5C73-44CA-B6D0-7F3BC195BA67}"/>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ns1:off x="114300" y="4763"/>
                <ns1:ext cx="23813" cy="2181225"/>
              </ns1:xfrm>
              <ns1:prstGeom prst="rect">
                <ns1:avLst/>
              </ns1:prstGeom>
              <ns1:grpFill/>
              <ns1:ln>
                <ns1:noFill/>
              </ns1:ln>
              <ns1:extLst>
                <ns1:ext uri="{91240B29-F687-4f45-9708-019B960494DF}">
                  <ns6:hiddenLine w="9525">
                    <ns1:solidFill>
                      <ns1:srgbClr val="000000"/>
                    </ns1:solidFill>
                    <ns1:miter lim="800000"/>
                    <ns1:headEnd/>
                    <ns1:tailEnd/>
                  </ns6:hiddenLine>
                </ns1:ext>
              </ns1:extLst>
            </ns0:spPr>
            <ns0:txBody>
              <ns1:bodyPr/>
              <ns1:lstStyle/>
              <ns1:p>
                <ns1:endParaRPr lang="en-ZA"/>
              </ns1:p>
            </ns0:txBody>
          </ns0:sp>
          <ns0:sp>
            <ns0:nvSpPr>
              <ns0:cNvPr id="113" name="Freeform 6">
                <ns1:extLst>
                  <ns1:ext uri="{FF2B5EF4-FFF2-40B4-BE49-F238E27FC236}">
                    <ns3:creationId id="{F0DB3AC8-B5AD-4004-B0B9-74B58BECA0CC}"/>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33337" y="2176463"/>
                <ns1:ext cx="190500"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8" y="36"/>
                      <ns1:pt x="36" y="29"/>
                      <ns1:pt x="36" y="20"/>
                    </ns1:cubicBezTo>
                    <ns1:cubicBezTo>
                      <ns1:pt x="36" y="11"/>
                      <ns1:pt x="28"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4" name="Freeform 7">
                <ns1:extLst>
                  <ns1:ext uri="{FF2B5EF4-FFF2-40B4-BE49-F238E27FC236}">
                    <ns3:creationId id="{F3B2C8F3-E236-45B2-B2E1-8460F8FD6DDB}"/>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28575" y="4021138"/>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5" name="Freeform 8">
                <ns1:extLst>
                  <ns1:ext uri="{FF2B5EF4-FFF2-40B4-BE49-F238E27FC236}">
                    <ns3:creationId id="{761EE3AC-0BC2-4A29-AD58-5CB0EEFF96C5}"/>
                  </ns1:ext>
                  <ns1:ext uri="{C183D7F6-B498-43B3-948B-1728B52AA6E4}">
                    <ns4:decorative val="1"/>
                  </ns1:ext>
                </ns1:extLst>
              </ns0:cNvPr>
              <ns0:cNvSpPr/>
              <ns0:nvPr>
                <ns0:extLst>
                  <ns0:ext uri="{386F3935-93C4-4BCD-93E2-E3B085C9AB24}">
                    <ns5:designElem val="1"/>
                  </ns0:ext>
                </ns0:extLst>
              </ns0:nvPr>
            </ns0:nvSpPr>
            <ns0:spPr bwMode="auto">
              <ns1:xfrm>
                <ns1:off x="200025" y="4763"/>
                <ns1:ext cx="369888" cy="1811338"/>
              </ns1:xfrm>
              <ns1:custGeom>
                <ns1:avLst/>
                <ns1:gdLst/>
                <ns1:ahLst/>
                <ns1:cxnLst/>
                <ns1:rect l="0" t="0" r="r" b="b"/>
                <ns1:pathLst>
                  <ns1:path w="233" h="1141">
                    <ns1:moveTo>
                      <ns1:pt x="218" y="1141"/>
                    </ns1:moveTo>
                    <ns1:lnTo>
                      <ns1:pt x="0" y="626"/>
                    </ns1:lnTo>
                    <ns1:lnTo>
                      <ns1:pt x="0" y="0"/>
                    </ns1:lnTo>
                    <ns1:lnTo>
                      <ns1:pt x="15" y="0"/>
                    </ns1:lnTo>
                    <ns1:lnTo>
                      <ns1:pt x="15" y="623"/>
                    </ns1:lnTo>
                    <ns1:lnTo>
                      <ns1:pt x="233" y="1135"/>
                    </ns1:lnTo>
                    <ns1:lnTo>
                      <ns1:pt x="218" y="1141"/>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6" name="Freeform 9">
                <ns1:extLst>
                  <ns1:ext uri="{FF2B5EF4-FFF2-40B4-BE49-F238E27FC236}">
                    <ns3:creationId id="{38DC43BE-83DD-43F3-A21F-9B58B1074FFA}"/>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503237" y="1801813"/>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3" y="0"/>
                      <ns1:pt x="40" y="6"/>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8" y="36"/>
                      <ns1:pt x="36" y="29"/>
                      <ns1:pt x="36" y="20"/>
                    </ns1:cubicBezTo>
                    <ns1:cubicBezTo>
                      <ns1:pt x="36" y="9"/>
                      <ns1:pt x="31"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7" name="Freeform 10">
                <ns1:extLst>
                  <ns1:ext uri="{FF2B5EF4-FFF2-40B4-BE49-F238E27FC236}">
                    <ns3:creationId id="{112583CE-53E8-48F6-9F71-25A32BFD619F}"/>
                  </ns1:ext>
                  <ns1:ext uri="{C183D7F6-B498-43B3-948B-1728B52AA6E4}">
                    <ns4:decorative val="1"/>
                  </ns1:ext>
                </ns1:extLst>
              </ns0:cNvPr>
              <ns0:cNvSpPr/>
              <ns0:nvPr>
                <ns0:extLst>
                  <ns0:ext uri="{386F3935-93C4-4BCD-93E2-E3B085C9AB24}">
                    <ns5:designElem val="1"/>
                  </ns0:ext>
                </ns0:extLst>
              </ns0:nvPr>
            </ns0:nvSpPr>
            <ns0:spPr bwMode="auto">
              <ns1:xfrm>
                <ns1:off x="285750" y="4763"/>
                <ns1:ext cx="369888" cy="1430338"/>
              </ns1:xfrm>
              <ns1:custGeom>
                <ns1:avLst/>
                <ns1:gdLst/>
                <ns1:ahLst/>
                <ns1:cxnLst/>
                <ns1:rect l="0" t="0" r="r" b="b"/>
                <ns1:pathLst>
                  <ns1:path w="233" h="901">
                    <ns1:moveTo>
                      <ns1:pt x="221" y="901"/>
                    </ns1:moveTo>
                    <ns1:lnTo>
                      <ns1:pt x="0" y="383"/>
                    </ns1:lnTo>
                    <ns1:lnTo>
                      <ns1:pt x="0" y="0"/>
                    </ns1:lnTo>
                    <ns1:lnTo>
                      <ns1:pt x="18" y="0"/>
                    </ns1:lnTo>
                    <ns1:lnTo>
                      <ns1:pt x="18" y="380"/>
                    </ns1:lnTo>
                    <ns1:lnTo>
                      <ns1:pt x="233" y="895"/>
                    </ns1:lnTo>
                    <ns1:lnTo>
                      <ns1:pt x="221" y="901"/>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8" name="Freeform 11">
                <ns1:extLst>
                  <ns1:ext uri="{FF2B5EF4-FFF2-40B4-BE49-F238E27FC236}">
                    <ns3:creationId id="{229A7966-2C4F-4334-8FB7-08521F984D9F}"/>
                  </ns1:ext>
                  <ns1:ext uri="{C183D7F6-B498-43B3-948B-1728B52AA6E4}">
                    <ns4:decorative val="1"/>
                  </ns1:ext>
                </ns1:extLst>
              </ns0:cNvPr>
              <ns0:cNvSpPr/>
              <ns0:nvPr>
                <ns0:extLst>
                  <ns0:ext uri="{386F3935-93C4-4BCD-93E2-E3B085C9AB24}">
                    <ns5:designElem val="1"/>
                  </ns0:ext>
                </ns0:extLst>
              </ns0:nvPr>
            </ns0:nvSpPr>
            <ns0:spPr bwMode="auto">
              <ns1:xfrm>
                <ns1:off x="546100" y="0"/>
                <ns1:ext cx="152400" cy="912813"/>
              </ns1:xfrm>
              <ns1:custGeom>
                <ns1:avLst/>
                <ns1:gdLst/>
                <ns1:ahLst/>
                <ns1:cxnLst/>
                <ns1:rect l="0" t="0" r="r" b="b"/>
                <ns1:pathLst>
                  <ns1:path w="96" h="575">
                    <ns1:moveTo>
                      <ns1:pt x="96" y="575"/>
                    </ns1:moveTo>
                    <ns1:lnTo>
                      <ns1:pt x="78" y="575"/>
                    </ns1:lnTo>
                    <ns1:lnTo>
                      <ns1:pt x="78" y="192"/>
                    </ns1:lnTo>
                    <ns1:lnTo>
                      <ns1:pt x="0" y="6"/>
                    </ns1:lnTo>
                    <ns1:lnTo>
                      <ns1:pt x="15" y="0"/>
                    </ns1:lnTo>
                    <ns1:lnTo>
                      <ns1:pt x="96" y="189"/>
                    </ns1:lnTo>
                    <ns1:lnTo>
                      <ns1:pt x="96" y="575"/>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9" name="Freeform 12">
                <ns1:extLst>
                  <ns1:ext uri="{FF2B5EF4-FFF2-40B4-BE49-F238E27FC236}">
                    <ns3:creationId id="{656FCF6A-DF5B-42AA-83C4-22CD7B9947D2}"/>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588962" y="1420813"/>
                <ns1:ext cx="190500"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3" y="0"/>
                      <ns1:pt x="40" y="7"/>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9"/>
                      <ns1:pt x="31"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0" name="Freeform 13">
                <ns1:extLst>
                  <ns1:ext uri="{FF2B5EF4-FFF2-40B4-BE49-F238E27FC236}">
                    <ns3:creationId id="{E908B3EE-F31D-4E8D-BF3C-71F5B35F02FB}"/>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588962" y="903288"/>
                <ns1:ext cx="190500"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1" name="Freeform 14">
                <ns1:extLst>
                  <ns1:ext uri="{FF2B5EF4-FFF2-40B4-BE49-F238E27FC236}">
                    <ns3:creationId id="{DA9F96D7-B42C-4F80-8F26-72388FE0C2EF}"/>
                  </ns1:ext>
                  <ns1:ext uri="{C183D7F6-B498-43B3-948B-1728B52AA6E4}">
                    <ns4:decorative val="1"/>
                  </ns1:ext>
                </ns1:extLst>
              </ns0:cNvPr>
              <ns0:cNvSpPr/>
              <ns0:nvPr>
                <ns0:extLst>
                  <ns0:ext uri="{386F3935-93C4-4BCD-93E2-E3B085C9AB24}">
                    <ns5:designElem val="1"/>
                  </ns0:ext>
                </ns0:extLst>
              </ns0:nvPr>
            </ns0:nvSpPr>
            <ns0:spPr bwMode="auto">
              <ns1:xfrm>
                <ns1:off x="641350" y="0"/>
                <ns1:ext cx="422275" cy="527050"/>
              </ns1:xfrm>
              <ns1:custGeom>
                <ns1:avLst/>
                <ns1:gdLst/>
                <ns1:ahLst/>
                <ns1:cxnLst/>
                <ns1:rect l="0" t="0" r="r" b="b"/>
                <ns1:pathLst>
                  <ns1:path w="266" h="332">
                    <ns1:moveTo>
                      <ns1:pt x="257" y="332"/>
                    </ns1:moveTo>
                    <ns1:lnTo>
                      <ns1:pt x="48" y="123"/>
                    </ns1:lnTo>
                    <ns1:lnTo>
                      <ns1:pt x="0" y="6"/>
                    </ns1:lnTo>
                    <ns1:lnTo>
                      <ns1:pt x="15" y="0"/>
                    </ns1:lnTo>
                    <ns1:lnTo>
                      <ns1:pt x="63" y="114"/>
                    </ns1:lnTo>
                    <ns1:lnTo>
                      <ns1:pt x="266" y="320"/>
                    </ns1:lnTo>
                    <ns1:lnTo>
                      <ns1:pt x="257" y="332"/>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2" name="Freeform 15">
                <ns1:extLst>
                  <ns1:ext uri="{FF2B5EF4-FFF2-40B4-BE49-F238E27FC236}">
                    <ns3:creationId id="{5C9D5861-5A45-408A-A25E-61ED661AD75A}"/>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020762" y="488950"/>
                <ns1:ext cx="161925" cy="147638"/>
              </ns1:xfrm>
              <ns1:custGeom>
                <ns1:avLst/>
                <ns1:gdLst/>
                <ns1:ahLst/>
                <ns1:cxnLst/>
                <ns1:rect l="0" t="0" r="r" b="b"/>
                <ns1:pathLst>
                  <ns1:path w="34" h="31">
                    <ns1:moveTo>
                      <ns1:pt x="17" y="31"/>
                    </ns1:moveTo>
                    <ns1:cubicBezTo>
                      <ns1:pt x="13" y="31"/>
                      <ns1:pt x="9" y="30"/>
                      <ns1:pt x="6" y="27"/>
                    </ns1:cubicBezTo>
                    <ns1:cubicBezTo>
                      <ns1:pt x="0" y="20"/>
                      <ns1:pt x="0" y="10"/>
                      <ns1:pt x="6" y="4"/>
                    </ns1:cubicBezTo>
                    <ns1:cubicBezTo>
                      <ns1:pt x="9" y="1"/>
                      <ns1:pt x="13" y="0"/>
                      <ns1:pt x="17" y="0"/>
                    </ns1:cubicBezTo>
                    <ns1:cubicBezTo>
                      <ns1:pt x="21" y="0"/>
                      <ns1:pt x="25" y="1"/>
                      <ns1:pt x="28" y="4"/>
                    </ns1:cubicBezTo>
                    <ns1:cubicBezTo>
                      <ns1:pt x="34" y="10"/>
                      <ns1:pt x="34" y="20"/>
                      <ns1:pt x="28" y="27"/>
                    </ns1:cubicBezTo>
                    <ns1:cubicBezTo>
                      <ns1:pt x="25" y="30"/>
                      <ns1:pt x="21" y="31"/>
                      <ns1:pt x="17" y="31"/>
                    </ns1:cubicBezTo>
                    <ns1:close/>
                    <ns1:moveTo>
                      <ns1:pt x="17" y="4"/>
                    </ns1:moveTo>
                    <ns1:cubicBezTo>
                      <ns1:pt x="14" y="4"/>
                      <ns1:pt x="11" y="5"/>
                      <ns1:pt x="9" y="7"/>
                    </ns1:cubicBezTo>
                    <ns1:cubicBezTo>
                      <ns1:pt x="4" y="12"/>
                      <ns1:pt x="4" y="19"/>
                      <ns1:pt x="9" y="24"/>
                    </ns1:cubicBezTo>
                    <ns1:cubicBezTo>
                      <ns1:pt x="11" y="26"/>
                      <ns1:pt x="14" y="27"/>
                      <ns1:pt x="17" y="27"/>
                    </ns1:cubicBezTo>
                    <ns1:cubicBezTo>
                      <ns1:pt x="20" y="27"/>
                      <ns1:pt x="23" y="26"/>
                      <ns1:pt x="25" y="24"/>
                    </ns1:cubicBezTo>
                    <ns1:cubicBezTo>
                      <ns1:pt x="30" y="19"/>
                      <ns1:pt x="30" y="12"/>
                      <ns1:pt x="25" y="7"/>
                    </ns1:cubicBezTo>
                    <ns1:cubicBezTo>
                      <ns1:pt x="23" y="5"/>
                      <ns1:pt x="20" y="4"/>
                      <ns1:pt x="17"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3" name="Line 16">
                <ns1:extLst>
                  <ns1:ext uri="{FF2B5EF4-FFF2-40B4-BE49-F238E27FC236}">
                    <ns3:creationId id="{DEEF5DD7-13B2-4CBB-A1AE-193A618B0F0A}"/>
                  </ns1:ext>
                  <ns1:ext uri="{C183D7F6-B498-43B3-948B-1728B52AA6E4}">
                    <ns4:decorative val="1"/>
                  </ns1:ext>
                </ns1:extLst>
              </ns0:cNvPr>
              <ns0:cNvSpPr>
                <ns1:spLocks noChangeShapeType="1"/>
              </ns0:cNvSpPr>
              <ns0:nvPr>
                <ns0:extLst>
                  <ns0:ext uri="{386F3935-93C4-4BCD-93E2-E3B085C9AB24}">
                    <ns5:designElem val="1"/>
                  </ns0:ext>
                </ns0:extLst>
              </ns0:nvPr>
            </ns0:nvSpPr>
            <ns0:spPr bwMode="auto">
              <ns1:xfrm>
                <ns1:off x="-4763" y="9525"/>
                <ns1:ext cx="0" cy="0"/>
              </ns1:xfrm>
              <ns1:prstGeom prst="line">
                <ns1:avLst/>
              </ns1:prstGeom>
              <ns1:grpFill/>
              <ns1:ln w="15" cap="flat">
                <ns1:solidFill>
                  <ns1:srgbClr val="FFFFFF"/>
                </ns1:solidFill>
                <ns1:prstDash val="solid"/>
                <ns1:miter lim="800000"/>
                <ns1:headEnd/>
                <ns1:tailEnd/>
              </ns1:ln>
            </ns0:spPr>
            <ns0:txBody>
              <ns1:bodyPr/>
              <ns1:lstStyle/>
              <ns1:p>
                <ns1:endParaRPr lang="en-ZA"/>
              </ns1:p>
            </ns0:txBody>
          </ns0:sp>
          <ns0:sp>
            <ns0:nvSpPr>
              <ns0:cNvPr id="124" name="Freeform 17">
                <ns1:extLst>
                  <ns1:ext uri="{FF2B5EF4-FFF2-40B4-BE49-F238E27FC236}">
                    <ns3:creationId id="{3D896DDA-5AD2-4360-9E65-A792131051C3}"/>
                  </ns1:ext>
                  <ns1:ext uri="{C183D7F6-B498-43B3-948B-1728B52AA6E4}">
                    <ns4:decorative val="1"/>
                  </ns1:ext>
                </ns1:extLst>
              </ns0:cNvPr>
              <ns0:cNvSpPr/>
              <ns0:nvPr>
                <ns0:extLst>
                  <ns0:ext uri="{386F3935-93C4-4BCD-93E2-E3B085C9AB24}">
                    <ns5:designElem val="1"/>
                  </ns0:ext>
                </ns0:extLst>
              </ns0:nvPr>
            </ns0:nvSpPr>
            <ns0:spPr bwMode="auto">
              <ns1:xfrm>
                <ns1:off x="9525" y="1801813"/>
                <ns1:ext cx="123825" cy="127000"/>
              </ns1:xfrm>
              <ns1:custGeom>
                <ns1:avLst/>
                <ns1:gdLst/>
                <ns1:ahLst/>
                <ns1:cxnLst/>
                <ns1:rect l="0" t="0" r="r" b="b"/>
                <ns1:pathLst>
                  <ns1:path w="78" h="80">
                    <ns1:moveTo>
                      <ns1:pt x="6" y="80"/>
                    </ns1:moveTo>
                    <ns1:lnTo>
                      <ns1:pt x="0" y="71"/>
                    </ns1:lnTo>
                    <ns1:lnTo>
                      <ns1:pt x="69" y="0"/>
                    </ns1:lnTo>
                    <ns1:lnTo>
                      <ns1:pt x="78" y="9"/>
                    </ns1:lnTo>
                    <ns1:lnTo>
                      <ns1:pt x="6" y="80"/>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5" name="Freeform 18">
                <ns1:extLst>
                  <ns1:ext uri="{FF2B5EF4-FFF2-40B4-BE49-F238E27FC236}">
                    <ns3:creationId id="{C088F3B1-D893-4078-8EAE-6A3776F6754B}"/>
                  </ns1:ext>
                  <ns1:ext uri="{C183D7F6-B498-43B3-948B-1728B52AA6E4}">
                    <ns4:decorative val="1"/>
                  </ns1:ext>
                </ns1:extLst>
              </ns0:cNvPr>
              <ns0:cNvSpPr/>
              <ns0:nvPr>
                <ns0:extLst>
                  <ns0:ext uri="{386F3935-93C4-4BCD-93E2-E3B085C9AB24}">
                    <ns5:designElem val="1"/>
                  </ns0:ext>
                </ns0:extLst>
              </ns0:nvPr>
            </ns0:nvSpPr>
            <ns0:spPr bwMode="auto">
              <ns1:xfrm>
                <ns1:off x="-9525" y="3549650"/>
                <ns1:ext cx="147638" cy="481013"/>
              </ns1:xfrm>
              <ns1:custGeom>
                <ns1:avLst/>
                <ns1:gdLst/>
                <ns1:ahLst/>
                <ns1:cxnLst/>
                <ns1:rect l="0" t="0" r="r" b="b"/>
                <ns1:pathLst>
                  <ns1:path w="93" h="303">
                    <ns1:moveTo>
                      <ns1:pt x="93" y="303"/>
                    </ns1:moveTo>
                    <ns1:lnTo>
                      <ns1:pt x="78" y="303"/>
                    </ns1:lnTo>
                    <ns1:lnTo>
                      <ns1:pt x="78" y="78"/>
                    </ns1:lnTo>
                    <ns1:lnTo>
                      <ns1:pt x="0" y="12"/>
                    </ns1:lnTo>
                    <ns1:lnTo>
                      <ns1:pt x="12" y="0"/>
                    </ns1:lnTo>
                    <ns1:lnTo>
                      <ns1:pt x="93" y="69"/>
                    </ns1:lnTo>
                    <ns1:lnTo>
                      <ns1:pt x="93" y="303"/>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6" name="Freeform 19">
                <ns1:extLst>
                  <ns1:ext uri="{FF2B5EF4-FFF2-40B4-BE49-F238E27FC236}">
                    <ns3:creationId id="{23CCB367-42E1-4DEF-BABD-7457EB9F28C3}"/>
                  </ns1:ext>
                  <ns1:ext uri="{C183D7F6-B498-43B3-948B-1728B52AA6E4}">
                    <ns4:decorative val="1"/>
                  </ns1:ext>
                </ns1:extLst>
              </ns0:cNvPr>
              <ns0:cNvSpPr/>
              <ns0:nvPr>
                <ns0:extLst>
                  <ns0:ext uri="{386F3935-93C4-4BCD-93E2-E3B085C9AB24}">
                    <ns5:designElem val="1"/>
                  </ns0:ext>
                </ns0:extLst>
              </ns0:nvPr>
            </ns0:nvSpPr>
            <ns0:spPr bwMode="auto">
              <ns1:xfrm>
                <ns1:off x="128587" y="1382713"/>
                <ns1:ext cx="142875" cy="476250"/>
              </ns1:xfrm>
              <ns1:custGeom>
                <ns1:avLst/>
                <ns1:gdLst/>
                <ns1:ahLst/>
                <ns1:cxnLst/>
                <ns1:rect l="0" t="0" r="r" b="b"/>
                <ns1:pathLst>
                  <ns1:path w="90" h="300">
                    <ns1:moveTo>
                      <ns1:pt x="90" y="300"/>
                    </ns1:moveTo>
                    <ns1:lnTo>
                      <ns1:pt x="78" y="300"/>
                    </ns1:lnTo>
                    <ns1:lnTo>
                      <ns1:pt x="78" y="84"/>
                    </ns1:lnTo>
                    <ns1:lnTo>
                      <ns1:pt x="0" y="9"/>
                    </ns1:lnTo>
                    <ns1:lnTo>
                      <ns1:pt x="9" y="0"/>
                    </ns1:lnTo>
                    <ns1:lnTo>
                      <ns1:pt x="90" y="81"/>
                    </ns1:lnTo>
                    <ns1:lnTo>
                      <ns1:pt x="90" y="300"/>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7" name="Freeform 20">
                <ns1:extLst>
                  <ns1:ext uri="{FF2B5EF4-FFF2-40B4-BE49-F238E27FC236}">
                    <ns3:creationId id="{BAFD46CE-CD21-4C8E-8ACE-B1A0B74A9044}"/>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204787" y="1849438"/>
                <ns1:ext cx="114300" cy="107950"/>
              </ns1:xfrm>
              <ns1:custGeom>
                <ns1:avLst/>
                <ns1:gdLst/>
                <ns1:ahLst/>
                <ns1:cxnLst/>
                <ns1:rect l="0" t="0" r="r" b="b"/>
                <ns1:pathLst>
                  <ns1:path w="24" h="23">
                    <ns1:moveTo>
                      <ns1:pt x="12" y="23"/>
                    </ns1:moveTo>
                    <ns1:cubicBezTo>
                      <ns1:pt x="6" y="23"/>
                      <ns1:pt x="0" y="18"/>
                      <ns1:pt x="0" y="12"/>
                    </ns1:cubicBezTo>
                    <ns1:cubicBezTo>
                      <ns1:pt x="0" y="5"/>
                      <ns1:pt x="6" y="0"/>
                      <ns1:pt x="12" y="0"/>
                    </ns1:cubicBezTo>
                    <ns1:cubicBezTo>
                      <ns1:pt x="18" y="0"/>
                      <ns1:pt x="24" y="5"/>
                      <ns1:pt x="24" y="12"/>
                    </ns1:cubicBezTo>
                    <ns1:cubicBezTo>
                      <ns1:pt x="24" y="18"/>
                      <ns1:pt x="18" y="23"/>
                      <ns1:pt x="12" y="23"/>
                    </ns1:cubicBezTo>
                    <ns1:close/>
                    <ns1:moveTo>
                      <ns1:pt x="12" y="4"/>
                    </ns1:moveTo>
                    <ns1:cubicBezTo>
                      <ns1:pt x="8" y="4"/>
                      <ns1:pt x="4" y="8"/>
                      <ns1:pt x="4" y="12"/>
                    </ns1:cubicBezTo>
                    <ns1:cubicBezTo>
                      <ns1:pt x="4" y="16"/>
                      <ns1:pt x="8" y="19"/>
                      <ns1:pt x="12" y="19"/>
                    </ns1:cubicBezTo>
                    <ns1:cubicBezTo>
                      <ns1:pt x="16" y="19"/>
                      <ns1:pt x="20" y="16"/>
                      <ns1:pt x="20" y="12"/>
                    </ns1:cubicBezTo>
                    <ns1:cubicBezTo>
                      <ns1:pt x="20" y="8"/>
                      <ns1:pt x="16" y="4"/>
                      <ns1:pt x="12"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28" name="Rectangle 21">
                <ns1:extLst>
                  <ns1:ext uri="{FF2B5EF4-FFF2-40B4-BE49-F238E27FC236}">
                    <ns3:creationId id="{23980A26-1FFF-4434-A77C-C5A1C96A54B0}"/>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ns1:off x="133350" y="4662488"/>
                <ns1:ext cx="23813" cy="2181225"/>
              </ns1:xfrm>
              <ns1:prstGeom prst="rect">
                <ns1:avLst/>
              </ns1:prstGeom>
              <ns1:grpFill/>
              <ns1:ln>
                <ns1:noFill/>
              </ns1:ln>
              <ns1:extLst>
                <ns1:ext uri="{91240B29-F687-4f45-9708-019B960494DF}">
                  <ns6:hiddenLine w="9525">
                    <ns1:solidFill>
                      <ns1:srgbClr val="000000"/>
                    </ns1:solidFill>
                    <ns1:miter lim="800000"/>
                    <ns1:headEnd/>
                    <ns1:tailEnd/>
                  </ns6:hiddenLine>
                </ns1:ext>
              </ns1:extLst>
            </ns0:spPr>
            <ns0:txBody>
              <ns1:bodyPr/>
              <ns1:lstStyle/>
              <ns1:p>
                <ns1:endParaRPr lang="en-ZA"/>
              </ns1:p>
            </ns0:txBody>
          </ns0:sp>
          <ns0:sp>
            <ns0:nvSpPr>
              <ns0:cNvPr id="129" name="Freeform 22">
                <ns1:extLst>
                  <ns1:ext uri="{FF2B5EF4-FFF2-40B4-BE49-F238E27FC236}">
                    <ns3:creationId id="{AE64C1E5-E917-4222-8080-3EF831FB4642}"/>
                  </ns1:ext>
                  <ns1:ext uri="{C183D7F6-B498-43B3-948B-1728B52AA6E4}">
                    <ns4:decorative val="1"/>
                  </ns1:ext>
                </ns1:extLst>
              </ns0:cNvPr>
              <ns0:cNvSpPr/>
              <ns0:nvPr>
                <ns0:extLst>
                  <ns0:ext uri="{386F3935-93C4-4BCD-93E2-E3B085C9AB24}">
                    <ns5:designElem val="1"/>
                  </ns0:ext>
                </ns0:extLst>
              </ns0:nvPr>
            </ns0:nvSpPr>
            <ns0:spPr bwMode="auto">
              <ns1:xfrm>
                <ns1:off x="223837" y="5041900"/>
                <ns1:ext cx="369888" cy="1801813"/>
              </ns1:xfrm>
              <ns1:custGeom>
                <ns1:avLst/>
                <ns1:gdLst/>
                <ns1:ahLst/>
                <ns1:cxnLst/>
                <ns1:rect l="0" t="0" r="r" b="b"/>
                <ns1:pathLst>
                  <ns1:path w="233" h="1135">
                    <ns1:moveTo>
                      <ns1:pt x="15" y="1135"/>
                    </ns1:moveTo>
                    <ns1:lnTo>
                      <ns1:pt x="0" y="1135"/>
                    </ns1:lnTo>
                    <ns1:lnTo>
                      <ns1:pt x="0" y="515"/>
                    </ns1:lnTo>
                    <ns1:lnTo>
                      <ns1:pt x="0" y="512"/>
                    </ns1:lnTo>
                    <ns1:lnTo>
                      <ns1:pt x="218" y="0"/>
                    </ns1:lnTo>
                    <ns1:lnTo>
                      <ns1:pt x="233" y="6"/>
                    </ns1:lnTo>
                    <ns1:lnTo>
                      <ns1:pt x="15" y="518"/>
                    </ns1:lnTo>
                    <ns1:lnTo>
                      <ns1:pt x="15" y="1135"/>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0" name="Freeform 23">
                <ns1:extLst>
                  <ns1:ext uri="{FF2B5EF4-FFF2-40B4-BE49-F238E27FC236}">
                    <ns3:creationId id="{D4D42DE6-99E5-4D28-834E-6601A7DD93A1}"/>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52387" y="4481513"/>
                <ns1:ext cx="190500"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8" y="36"/>
                      <ns1:pt x="36" y="29"/>
                      <ns1:pt x="36" y="20"/>
                    </ns1:cubicBezTo>
                    <ns1:cubicBezTo>
                      <ns1:pt x="36" y="11"/>
                      <ns1:pt x="28"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1" name="Freeform 24">
                <ns1:extLst>
                  <ns1:ext uri="{FF2B5EF4-FFF2-40B4-BE49-F238E27FC236}">
                    <ns3:creationId id="{194304B3-4C44-49E0-A677-19E2DA8CC9E1}"/>
                  </ns1:ext>
                  <ns1:ext uri="{C183D7F6-B498-43B3-948B-1728B52AA6E4}">
                    <ns4:decorative val="1"/>
                  </ns1:ext>
                </ns1:extLst>
              </ns0:cNvPr>
              <ns0:cNvSpPr/>
              <ns0:nvPr>
                <ns0:extLst>
                  <ns0:ext uri="{386F3935-93C4-4BCD-93E2-E3B085C9AB24}">
                    <ns5:designElem val="1"/>
                  </ns0:ext>
                </ns0:extLst>
              </ns0:nvPr>
            </ns0:nvSpPr>
            <ns0:spPr bwMode="auto">
              <ns1:xfrm>
                <ns1:off x="-14288" y="5627688"/>
                <ns1:ext cx="85725" cy="1216025"/>
              </ns1:xfrm>
              <ns1:custGeom>
                <ns1:avLst/>
                <ns1:gdLst/>
                <ns1:ahLst/>
                <ns1:cxnLst/>
                <ns1:rect l="0" t="0" r="r" b="b"/>
                <ns1:pathLst>
                  <ns1:path w="54" h="766">
                    <ns1:moveTo>
                      <ns1:pt x="54" y="766"/>
                    </ns1:moveTo>
                    <ns1:lnTo>
                      <ns1:pt x="36" y="766"/>
                    </ns1:lnTo>
                    <ns1:lnTo>
                      <ns1:pt x="36" y="149"/>
                    </ns1:lnTo>
                    <ns1:lnTo>
                      <ns1:pt x="0" y="3"/>
                    </ns1:lnTo>
                    <ns1:lnTo>
                      <ns1:pt x="18" y="0"/>
                    </ns1:lnTo>
                    <ns1:lnTo>
                      <ns1:pt x="54" y="146"/>
                    </ns1:lnTo>
                    <ns1:lnTo>
                      <ns1:pt x="54" y="766"/>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2" name="Freeform 25">
                <ns1:extLst>
                  <ns1:ext uri="{FF2B5EF4-FFF2-40B4-BE49-F238E27FC236}">
                    <ns3:creationId id="{C726387F-F77D-4FB6-A177-1DC6115E849E}"/>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527050" y="4867275"/>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3" name="Freeform 26">
                <ns1:extLst>
                  <ns1:ext uri="{FF2B5EF4-FFF2-40B4-BE49-F238E27FC236}">
                    <ns3:creationId id="{2F09766D-0653-4646-BA37-8FC23294BA71}"/>
                  </ns1:ext>
                  <ns1:ext uri="{C183D7F6-B498-43B3-948B-1728B52AA6E4}">
                    <ns4:decorative val="1"/>
                  </ns1:ext>
                </ns1:extLst>
              </ns0:cNvPr>
              <ns0:cNvSpPr/>
              <ns0:nvPr>
                <ns0:extLst>
                  <ns0:ext uri="{386F3935-93C4-4BCD-93E2-E3B085C9AB24}">
                    <ns5:designElem val="1"/>
                  </ns0:ext>
                </ns0:extLst>
              </ns0:nvPr>
            </ns0:nvSpPr>
            <ns0:spPr bwMode="auto">
              <ns1:xfrm>
                <ns1:off x="309562" y="5422900"/>
                <ns1:ext cx="374650" cy="1425575"/>
              </ns1:xfrm>
              <ns1:custGeom>
                <ns1:avLst/>
                <ns1:gdLst/>
                <ns1:ahLst/>
                <ns1:cxnLst/>
                <ns1:rect l="0" t="0" r="r" b="b"/>
                <ns1:pathLst>
                  <ns1:path w="236" h="898">
                    <ns1:moveTo>
                      <ns1:pt x="18" y="898"/>
                    </ns1:moveTo>
                    <ns1:lnTo>
                      <ns1:pt x="0" y="898"/>
                    </ns1:lnTo>
                    <ns1:lnTo>
                      <ns1:pt x="0" y="515"/>
                    </ns1:lnTo>
                    <ns1:lnTo>
                      <ns1:pt x="3" y="512"/>
                    </ns1:lnTo>
                    <ns1:lnTo>
                      <ns1:pt x="221" y="0"/>
                    </ns1:lnTo>
                    <ns1:lnTo>
                      <ns1:pt x="236" y="6"/>
                    </ns1:lnTo>
                    <ns1:lnTo>
                      <ns1:pt x="18" y="518"/>
                    </ns1:lnTo>
                    <ns1:lnTo>
                      <ns1:pt x="18" y="898"/>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4" name="Freeform 27">
                <ns1:extLst>
                  <ns1:ext uri="{FF2B5EF4-FFF2-40B4-BE49-F238E27FC236}">
                    <ns3:creationId id="{F50D9867-C9E0-462B-894F-B2F97E26AC1C}"/>
                  </ns1:ext>
                  <ns1:ext uri="{C183D7F6-B498-43B3-948B-1728B52AA6E4}">
                    <ns4:decorative val="1"/>
                  </ns1:ext>
                </ns1:extLst>
              </ns0:cNvPr>
              <ns0:cNvSpPr/>
              <ns0:nvPr>
                <ns0:extLst>
                  <ns0:ext uri="{386F3935-93C4-4BCD-93E2-E3B085C9AB24}">
                    <ns5:designElem val="1"/>
                  </ns0:ext>
                </ns0:extLst>
              </ns0:nvPr>
            </ns0:nvSpPr>
            <ns0:spPr bwMode="auto">
              <ns1:xfrm>
                <ns1:off x="569912" y="5945188"/>
                <ns1:ext cx="152400" cy="912813"/>
              </ns1:xfrm>
              <ns1:custGeom>
                <ns1:avLst/>
                <ns1:gdLst/>
                <ns1:ahLst/>
                <ns1:cxnLst/>
                <ns1:rect l="0" t="0" r="r" b="b"/>
                <ns1:pathLst>
                  <ns1:path w="96" h="575">
                    <ns1:moveTo>
                      <ns1:pt x="15" y="575"/>
                    </ns1:moveTo>
                    <ns1:lnTo>
                      <ns1:pt x="0" y="569"/>
                    </ns1:lnTo>
                    <ns1:lnTo>
                      <ns1:pt x="81" y="383"/>
                    </ns1:lnTo>
                    <ns1:lnTo>
                      <ns1:pt x="81" y="0"/>
                    </ns1:lnTo>
                    <ns1:lnTo>
                      <ns1:pt x="96" y="0"/>
                    </ns1:lnTo>
                    <ns1:lnTo>
                      <ns1:pt x="96" y="386"/>
                    </ns1:lnTo>
                    <ns1:lnTo>
                      <ns1:pt x="15" y="575"/>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5" name="Freeform 28">
                <ns1:extLst>
                  <ns1:ext uri="{FF2B5EF4-FFF2-40B4-BE49-F238E27FC236}">
                    <ns3:creationId id="{44179987-9B3B-4BC1-9BDA-EC9F30A3794E}"/>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612775" y="5246688"/>
                <ns1:ext cx="190500"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6" name="Freeform 29">
                <ns1:extLst>
                  <ns1:ext uri="{FF2B5EF4-FFF2-40B4-BE49-F238E27FC236}">
                    <ns3:creationId id="{EF0E5480-8C2D-4FFE-9357-938DF0642BB6}"/>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612775" y="5764213"/>
                <ns1:ext cx="190500"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7" name="Freeform 30">
                <ns1:extLst>
                  <ns1:ext uri="{FF2B5EF4-FFF2-40B4-BE49-F238E27FC236}">
                    <ns3:creationId id="{FDAC2F76-95E6-4EE4-8A26-47CDAE5C62A8}"/>
                  </ns1:ext>
                  <ns1:ext uri="{C183D7F6-B498-43B3-948B-1728B52AA6E4}">
                    <ns4:decorative val="1"/>
                  </ns1:ext>
                </ns1:extLst>
              </ns0:cNvPr>
              <ns0:cNvSpPr/>
              <ns0:nvPr>
                <ns0:extLst>
                  <ns0:ext uri="{386F3935-93C4-4BCD-93E2-E3B085C9AB24}">
                    <ns5:designElem val="1"/>
                  </ns0:ext>
                </ns0:extLst>
              </ns0:nvPr>
            </ns0:nvSpPr>
            <ns0:spPr bwMode="auto">
              <ns1:xfrm>
                <ns1:off x="669925" y="6330950"/>
                <ns1:ext cx="417513" cy="517525"/>
              </ns1:xfrm>
              <ns1:custGeom>
                <ns1:avLst/>
                <ns1:gdLst/>
                <ns1:ahLst/>
                <ns1:cxnLst/>
                <ns1:rect l="0" t="0" r="r" b="b"/>
                <ns1:pathLst>
                  <ns1:path w="263" h="326">
                    <ns1:moveTo>
                      <ns1:pt x="15" y="326"/>
                    </ns1:moveTo>
                    <ns1:lnTo>
                      <ns1:pt x="0" y="320"/>
                    </ns1:lnTo>
                    <ns1:lnTo>
                      <ns1:pt x="45" y="206"/>
                    </ns1:lnTo>
                    <ns1:lnTo>
                      <ns1:pt x="48" y="206"/>
                    </ns1:lnTo>
                    <ns1:lnTo>
                      <ns1:pt x="254" y="0"/>
                    </ns1:lnTo>
                    <ns1:lnTo>
                      <ns1:pt x="263" y="12"/>
                    </ns1:lnTo>
                    <ns1:lnTo>
                      <ns1:pt x="60" y="215"/>
                    </ns1:lnTo>
                    <ns1:lnTo>
                      <ns1:pt x="15" y="326"/>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38" name="Freeform 31">
                <ns1:extLst>
                  <ns1:ext uri="{FF2B5EF4-FFF2-40B4-BE49-F238E27FC236}">
                    <ns3:creationId id="{249EB4AA-5D5B-4A3A-9F2D-6E4EDF2046C6}"/>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049337" y="6221413"/>
                <ns1:ext cx="157163" cy="147638"/>
              </ns1:xfrm>
              <ns1:custGeom>
                <ns1:avLst/>
                <ns1:gdLst/>
                <ns1:ahLst/>
                <ns1:cxnLst/>
                <ns1:rect l="0" t="0" r="r" b="b"/>
                <ns1:pathLst>
                  <ns1:path w="33" h="31">
                    <ns1:moveTo>
                      <ns1:pt x="16" y="31"/>
                    </ns1:moveTo>
                    <ns1:cubicBezTo>
                      <ns1:pt x="12" y="31"/>
                      <ns1:pt x="8" y="29"/>
                      <ns1:pt x="5" y="26"/>
                    </ns1:cubicBezTo>
                    <ns1:cubicBezTo>
                      <ns1:pt x="2" y="24"/>
                      <ns1:pt x="0" y="20"/>
                      <ns1:pt x="0" y="15"/>
                    </ns1:cubicBezTo>
                    <ns1:cubicBezTo>
                      <ns1:pt x="0" y="11"/>
                      <ns1:pt x="2" y="7"/>
                      <ns1:pt x="5" y="4"/>
                    </ns1:cubicBezTo>
                    <ns1:cubicBezTo>
                      <ns1:pt x="8" y="1"/>
                      <ns1:pt x="12" y="0"/>
                      <ns1:pt x="16" y="0"/>
                    </ns1:cubicBezTo>
                    <ns1:cubicBezTo>
                      <ns1:pt x="20" y="0"/>
                      <ns1:pt x="24" y="1"/>
                      <ns1:pt x="27" y="4"/>
                    </ns1:cubicBezTo>
                    <ns1:cubicBezTo>
                      <ns1:pt x="33" y="10"/>
                      <ns1:pt x="33" y="20"/>
                      <ns1:pt x="27" y="26"/>
                    </ns1:cubicBezTo>
                    <ns1:cubicBezTo>
                      <ns1:pt x="24" y="29"/>
                      <ns1:pt x="20" y="31"/>
                      <ns1:pt x="16" y="31"/>
                    </ns1:cubicBezTo>
                    <ns1:close/>
                    <ns1:moveTo>
                      <ns1:pt x="16" y="4"/>
                    </ns1:moveTo>
                    <ns1:cubicBezTo>
                      <ns1:pt x="13" y="4"/>
                      <ns1:pt x="10" y="5"/>
                      <ns1:pt x="8" y="7"/>
                    </ns1:cubicBezTo>
                    <ns1:cubicBezTo>
                      <ns1:pt x="6" y="9"/>
                      <ns1:pt x="4" y="12"/>
                      <ns1:pt x="4" y="15"/>
                    </ns1:cubicBezTo>
                    <ns1:cubicBezTo>
                      <ns1:pt x="4" y="19"/>
                      <ns1:pt x="6" y="21"/>
                      <ns1:pt x="8" y="24"/>
                    </ns1:cubicBezTo>
                    <ns1:cubicBezTo>
                      <ns1:pt x="10" y="26"/>
                      <ns1:pt x="13" y="27"/>
                      <ns1:pt x="16" y="27"/>
                    </ns1:cubicBezTo>
                    <ns1:cubicBezTo>
                      <ns1:pt x="19" y="27"/>
                      <ns1:pt x="22" y="26"/>
                      <ns1:pt x="24" y="24"/>
                    </ns1:cubicBezTo>
                    <ns1:cubicBezTo>
                      <ns1:pt x="29" y="19"/>
                      <ns1:pt x="29" y="12"/>
                      <ns1:pt x="24" y="7"/>
                    </ns1:cubicBezTo>
                    <ns1:cubicBezTo>
                      <ns1:pt x="22" y="5"/>
                      <ns1:pt x="19" y="4"/>
                      <ns1:pt x="16"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grpSp>
        <ns0:grpSp>
          <ns0:nvGrpSpPr>
            <ns0:cNvPr id="101" name="Group 100">
              <ns1:extLst>
                <ns1:ext uri="{FF2B5EF4-FFF2-40B4-BE49-F238E27FC236}">
                  <ns3:creationId id="{375D3DC5-0B19-4EA9-A350-6218AC28CDA7}"/>
                </ns1:ext>
                <ns1:ext uri="{C183D7F6-B498-43B3-948B-1728B52AA6E4}">
                  <ns4:decorative val="1"/>
                </ns1:ext>
              </ns1:extLst>
            </ns0:cNvPr>
            <ns0:cNvGrpSpPr/>
            <ns0:nvPr>
              <ns0:extLst>
                <ns0:ext uri="{386F3935-93C4-4BCD-93E2-E3B085C9AB24}">
                  <ns5:designElem val="1"/>
                </ns0:ext>
              </ns0:extLst>
            </ns0:nvPr>
          </ns0:nvGrpSpPr>
          <ns0:grpSpPr>
            <ns1:xfrm>
              <ns1:off x="11364912" y="0"/>
              <ns1:ext cx="674688" cy="6848476"/>
              <ns1:chOff x="11364912" y="0"/>
              <ns1:chExt cx="674688" cy="6848476"/>
            </ns1:xfrm>
            <ns1:gradFill flip="none" rotWithShape="1">
              <ns1:gsLst>
                <ns1:gs pos="0">
                  <ns1:schemeClr val="tx2">
                    <ns1:alpha val="80000"/>
                  </ns1:schemeClr>
                </ns1:gs>
                <ns1:gs pos="100000">
                  <ns1:schemeClr val="bg2">
                    <ns1:lumMod val="60000"/>
                    <ns1:lumOff val="40000"/>
                    <ns1:alpha val="60000"/>
                  </ns1:schemeClr>
                </ns1:gs>
              </ns1:gsLst>
              <ns1:lin ang="5400000" scaled="0"/>
              <ns1:tileRect/>
            </ns1:gradFill>
          </ns0:grpSpPr>
          <ns0:sp>
            <ns0:nvSpPr>
              <ns0:cNvPr id="102" name="Freeform 32">
                <ns1:extLst>
                  <ns1:ext uri="{FF2B5EF4-FFF2-40B4-BE49-F238E27FC236}">
                    <ns3:creationId id="{86B5A458-9418-4EDA-9B6F-E4754ABADFAE}"/>
                  </ns1:ext>
                  <ns1:ext uri="{C183D7F6-B498-43B3-948B-1728B52AA6E4}">
                    <ns4:decorative val="1"/>
                  </ns1:ext>
                </ns1:extLst>
              </ns0:cNvPr>
              <ns0:cNvSpPr/>
              <ns0:nvPr>
                <ns0:extLst>
                  <ns0:ext uri="{386F3935-93C4-4BCD-93E2-E3B085C9AB24}">
                    <ns5:designElem val="1"/>
                  </ns0:ext>
                </ns0:extLst>
              </ns0:nvPr>
            </ns0:nvSpPr>
            <ns0:spPr bwMode="auto">
              <ns1:xfrm>
                <ns1:off x="11483975" y="0"/>
                <ns1:ext cx="417513" cy="512763"/>
              </ns1:xfrm>
              <ns1:custGeom>
                <ns1:avLst/>
                <ns1:gdLst/>
                <ns1:ahLst/>
                <ns1:cxnLst/>
                <ns1:rect l="0" t="0" r="r" b="b"/>
                <ns1:pathLst>
                  <ns1:path w="263" h="323">
                    <ns1:moveTo>
                      <ns1:pt x="12" y="323"/>
                    </ns1:moveTo>
                    <ns1:lnTo>
                      <ns1:pt x="0" y="314"/>
                    </ns1:lnTo>
                    <ns1:lnTo>
                      <ns1:pt x="203" y="108"/>
                    </ns1:lnTo>
                    <ns1:lnTo>
                      <ns1:pt x="248" y="0"/>
                    </ns1:lnTo>
                    <ns1:lnTo>
                      <ns1:pt x="263" y="6"/>
                    </ns1:lnTo>
                    <ns1:lnTo>
                      <ns1:pt x="218" y="117"/>
                    </ns1:lnTo>
                    <ns1:lnTo>
                      <ns1:pt x="218" y="117"/>
                    </ns1:lnTo>
                    <ns1:lnTo>
                      <ns1:pt x="12" y="323"/>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03" name="Freeform 33">
                <ns1:extLst>
                  <ns1:ext uri="{FF2B5EF4-FFF2-40B4-BE49-F238E27FC236}">
                    <ns3:creationId id="{6307D20D-BE6F-4BFD-8A35-230A01AD726B}"/>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364912" y="474663"/>
                <ns1:ext cx="157163" cy="152400"/>
              </ns1:xfrm>
              <ns1:custGeom>
                <ns1:avLst/>
                <ns1:gdLst/>
                <ns1:ahLst/>
                <ns1:cxnLst/>
                <ns1:rect l="0" t="0" r="r" b="b"/>
                <ns1:pathLst>
                  <ns1:path w="33" h="32">
                    <ns1:moveTo>
                      <ns1:pt x="17" y="32"/>
                    </ns1:moveTo>
                    <ns1:cubicBezTo>
                      <ns1:pt x="13" y="32"/>
                      <ns1:pt x="9" y="30"/>
                      <ns1:pt x="6" y="27"/>
                    </ns1:cubicBezTo>
                    <ns1:cubicBezTo>
                      <ns1:pt x="0" y="21"/>
                      <ns1:pt x="0" y="11"/>
                      <ns1:pt x="6" y="5"/>
                    </ns1:cubicBezTo>
                    <ns1:cubicBezTo>
                      <ns1:pt x="9" y="2"/>
                      <ns1:pt x="13" y="0"/>
                      <ns1:pt x="17" y="0"/>
                    </ns1:cubicBezTo>
                    <ns1:cubicBezTo>
                      <ns1:pt x="21" y="0"/>
                      <ns1:pt x="25" y="2"/>
                      <ns1:pt x="28" y="5"/>
                    </ns1:cubicBezTo>
                    <ns1:cubicBezTo>
                      <ns1:pt x="31" y="8"/>
                      <ns1:pt x="33" y="12"/>
                      <ns1:pt x="33" y="16"/>
                    </ns1:cubicBezTo>
                    <ns1:cubicBezTo>
                      <ns1:pt x="33" y="20"/>
                      <ns1:pt x="31" y="24"/>
                      <ns1:pt x="28" y="27"/>
                    </ns1:cubicBezTo>
                    <ns1:cubicBezTo>
                      <ns1:pt x="25" y="30"/>
                      <ns1:pt x="21" y="32"/>
                      <ns1:pt x="17" y="32"/>
                    </ns1:cubicBezTo>
                    <ns1:close/>
                    <ns1:moveTo>
                      <ns1:pt x="17" y="4"/>
                    </ns1:moveTo>
                    <ns1:cubicBezTo>
                      <ns1:pt x="14" y="4"/>
                      <ns1:pt x="11" y="6"/>
                      <ns1:pt x="9" y="8"/>
                    </ns1:cubicBezTo>
                    <ns1:cubicBezTo>
                      <ns1:pt x="4" y="12"/>
                      <ns1:pt x="4" y="20"/>
                      <ns1:pt x="9" y="24"/>
                    </ns1:cubicBezTo>
                    <ns1:cubicBezTo>
                      <ns1:pt x="11" y="27"/>
                      <ns1:pt x="14" y="28"/>
                      <ns1:pt x="17" y="28"/>
                    </ns1:cubicBezTo>
                    <ns1:cubicBezTo>
                      <ns1:pt x="20" y="28"/>
                      <ns1:pt x="23" y="27"/>
                      <ns1:pt x="26" y="24"/>
                    </ns1:cubicBezTo>
                    <ns1:cubicBezTo>
                      <ns1:pt x="30" y="20"/>
                      <ns1:pt x="30" y="12"/>
                      <ns1:pt x="26" y="8"/>
                    </ns1:cubicBezTo>
                    <ns1:cubicBezTo>
                      <ns1:pt x="23" y="6"/>
                      <ns1:pt x="20" y="4"/>
                      <ns1:pt x="17"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04" name="Freeform 34">
                <ns1:extLst>
                  <ns1:ext uri="{FF2B5EF4-FFF2-40B4-BE49-F238E27FC236}">
                    <ns3:creationId id="{37A04039-8217-4B7F-8F43-4039DF087D8D}"/>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631612" y="1539875"/>
                <ns1:ext cx="188913"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05" name="Freeform 35">
                <ns1:extLst>
                  <ns1:ext uri="{FF2B5EF4-FFF2-40B4-BE49-F238E27FC236}">
                    <ns3:creationId id="{CA6CE641-5DEB-4A06-B9C3-B726A334C21A}"/>
                  </ns1:ext>
                  <ns1:ext uri="{C183D7F6-B498-43B3-948B-1728B52AA6E4}">
                    <ns4:decorative val="1"/>
                  </ns1:ext>
                </ns1:extLst>
              </ns0:cNvPr>
              <ns0:cNvSpPr/>
              <ns0:nvPr>
                <ns0:extLst>
                  <ns0:ext uri="{386F3935-93C4-4BCD-93E2-E3B085C9AB24}">
                    <ns5:designElem val="1"/>
                  </ns0:ext>
                </ns0:extLst>
              </ns0:nvPr>
            </ns0:nvSpPr>
            <ns0:spPr bwMode="auto">
              <ns1:xfrm>
                <ns1:off x="11531600" y="5694363"/>
                <ns1:ext cx="298450" cy="1154113"/>
              </ns1:xfrm>
              <ns1:custGeom>
                <ns1:avLst/>
                <ns1:gdLst/>
                <ns1:ahLst/>
                <ns1:cxnLst/>
                <ns1:rect l="0" t="0" r="r" b="b"/>
                <ns1:pathLst>
                  <ns1:path w="188" h="727">
                    <ns1:moveTo>
                      <ns1:pt x="15" y="727"/>
                    </ns1:moveTo>
                    <ns1:lnTo>
                      <ns1:pt x="0" y="727"/>
                    </ns1:lnTo>
                    <ns1:lnTo>
                      <ns1:pt x="0" y="407"/>
                    </ns1:lnTo>
                    <ns1:lnTo>
                      <ns1:pt x="0" y="407"/>
                    </ns1:lnTo>
                    <ns1:lnTo>
                      <ns1:pt x="176" y="0"/>
                    </ns1:lnTo>
                    <ns1:lnTo>
                      <ns1:pt x="188" y="6"/>
                    </ns1:lnTo>
                    <ns1:lnTo>
                      <ns1:pt x="15" y="410"/>
                    </ns1:lnTo>
                    <ns1:lnTo>
                      <ns1:pt x="15" y="727"/>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06" name="Freeform 36">
                <ns1:extLst>
                  <ns1:ext uri="{FF2B5EF4-FFF2-40B4-BE49-F238E27FC236}">
                    <ns3:creationId id="{D08C7C1C-DF39-4479-94BD-47E71DE42218}"/>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772900" y="5551488"/>
                <ns1:ext cx="157163" cy="155575"/>
              </ns1:xfrm>
              <ns1:custGeom>
                <ns1:avLst/>
                <ns1:gdLst/>
                <ns1:ahLst/>
                <ns1:cxnLst/>
                <ns1:rect l="0" t="0" r="r" b="b"/>
                <ns1:pathLst>
                  <ns1:path w="33" h="33">
                    <ns1:moveTo>
                      <ns1:pt x="17" y="33"/>
                    </ns1:moveTo>
                    <ns1:cubicBezTo>
                      <ns1:pt x="8" y="33"/>
                      <ns1:pt x="0" y="25"/>
                      <ns1:pt x="0" y="16"/>
                    </ns1:cubicBezTo>
                    <ns1:cubicBezTo>
                      <ns1:pt x="0" y="7"/>
                      <ns1:pt x="8" y="0"/>
                      <ns1:pt x="17" y="0"/>
                    </ns1:cubicBezTo>
                    <ns1:cubicBezTo>
                      <ns1:pt x="26" y="0"/>
                      <ns1:pt x="33" y="7"/>
                      <ns1:pt x="33" y="16"/>
                    </ns1:cubicBezTo>
                    <ns1:cubicBezTo>
                      <ns1:pt x="33" y="25"/>
                      <ns1:pt x="26" y="33"/>
                      <ns1:pt x="17" y="33"/>
                    </ns1:cubicBezTo>
                    <ns1:close/>
                    <ns1:moveTo>
                      <ns1:pt x="17" y="4"/>
                    </ns1:moveTo>
                    <ns1:cubicBezTo>
                      <ns1:pt x="10" y="4"/>
                      <ns1:pt x="4" y="9"/>
                      <ns1:pt x="4" y="16"/>
                    </ns1:cubicBezTo>
                    <ns1:cubicBezTo>
                      <ns1:pt x="4" y="23"/>
                      <ns1:pt x="10" y="29"/>
                      <ns1:pt x="17" y="29"/>
                    </ns1:cubicBezTo>
                    <ns1:cubicBezTo>
                      <ns1:pt x="23" y="29"/>
                      <ns1:pt x="29" y="23"/>
                      <ns1:pt x="29" y="16"/>
                    </ns1:cubicBezTo>
                    <ns1:cubicBezTo>
                      <ns1:pt x="29" y="9"/>
                      <ns1:pt x="23" y="4"/>
                      <ns1:pt x="17"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07" name="Freeform 37">
                <ns1:extLst>
                  <ns1:ext uri="{FF2B5EF4-FFF2-40B4-BE49-F238E27FC236}">
                    <ns3:creationId id="{27C5EAA7-E449-48C0-9B14-E677E6ECF891}"/>
                  </ns1:ext>
                  <ns1:ext uri="{C183D7F6-B498-43B3-948B-1728B52AA6E4}">
                    <ns4:decorative val="1"/>
                  </ns1:ext>
                </ns1:extLst>
              </ns0:cNvPr>
              <ns0:cNvSpPr/>
              <ns0:nvPr>
                <ns0:extLst>
                  <ns0:ext uri="{386F3935-93C4-4BCD-93E2-E3B085C9AB24}">
                    <ns5:designElem val="1"/>
                  </ns0:ext>
                </ns0:extLst>
              </ns0:nvPr>
            </ns0:nvSpPr>
            <ns0:spPr bwMode="auto">
              <ns1:xfrm>
                <ns1:off x="11710987" y="4763"/>
                <ns1:ext cx="304800" cy="1544638"/>
              </ns1:xfrm>
              <ns1:custGeom>
                <ns1:avLst/>
                <ns1:gdLst/>
                <ns1:ahLst/>
                <ns1:cxnLst/>
                <ns1:rect l="0" t="0" r="r" b="b"/>
                <ns1:pathLst>
                  <ns1:path w="192" h="973">
                    <ns1:moveTo>
                      <ns1:pt x="15" y="973"/>
                    </ns1:moveTo>
                    <ns1:lnTo>
                      <ns1:pt x="0" y="973"/>
                    </ns1:lnTo>
                    <ns1:lnTo>
                      <ns1:pt x="0" y="790"/>
                    </ns1:lnTo>
                    <ns1:lnTo>
                      <ns1:pt x="174" y="614"/>
                    </ns1:lnTo>
                    <ns1:lnTo>
                      <ns1:pt x="174" y="0"/>
                    </ns1:lnTo>
                    <ns1:lnTo>
                      <ns1:pt x="192" y="0"/>
                    </ns1:lnTo>
                    <ns1:lnTo>
                      <ns1:pt x="192" y="620"/>
                    </ns1:lnTo>
                    <ns1:lnTo>
                      <ns1:pt x="15" y="796"/>
                    </ns1:lnTo>
                    <ns1:lnTo>
                      <ns1:pt x="15" y="973"/>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08" name="Freeform 38">
                <ns1:extLst>
                  <ns1:ext uri="{FF2B5EF4-FFF2-40B4-BE49-F238E27FC236}">
                    <ns3:creationId id="{AA6A8A39-39D4-41FE-9974-CB46106A73D0}"/>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636375" y="4867275"/>
                <ns1:ext cx="188913"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09" name="Freeform 39">
                <ns1:extLst>
                  <ns1:ext uri="{FF2B5EF4-FFF2-40B4-BE49-F238E27FC236}">
                    <ns3:creationId id="{433C6D82-AE91-4A0C-97C6-34399C90847D}"/>
                  </ns1:ext>
                  <ns1:ext uri="{C183D7F6-B498-43B3-948B-1728B52AA6E4}">
                    <ns4:decorative val="1"/>
                  </ns1:ext>
                </ns1:extLst>
              </ns0:cNvPr>
              <ns0:cNvSpPr/>
              <ns0:nvPr>
                <ns0:extLst>
                  <ns0:ext uri="{386F3935-93C4-4BCD-93E2-E3B085C9AB24}">
                    <ns5:designElem val="1"/>
                  </ns0:ext>
                </ns0:extLst>
              </ns0:nvPr>
            </ns0:nvSpPr>
            <ns0:spPr bwMode="auto">
              <ns1:xfrm>
                <ns1:off x="11441112" y="5046663"/>
                <ns1:ext cx="307975" cy="1801813"/>
              </ns1:xfrm>
              <ns1:custGeom>
                <ns1:avLst/>
                <ns1:gdLst/>
                <ns1:ahLst/>
                <ns1:cxnLst/>
                <ns1:rect l="0" t="0" r="r" b="b"/>
                <ns1:pathLst>
                  <ns1:path w="194" h="1135">
                    <ns1:moveTo>
                      <ns1:pt x="18" y="1135"/>
                    </ns1:moveTo>
                    <ns1:lnTo>
                      <ns1:pt x="0" y="1135"/>
                    </ns1:lnTo>
                    <ns1:lnTo>
                      <ns1:pt x="0" y="354"/>
                    </ns1:lnTo>
                    <ns1:lnTo>
                      <ns1:pt x="176" y="177"/>
                    </ns1:lnTo>
                    <ns1:lnTo>
                      <ns1:pt x="176" y="0"/>
                    </ns1:lnTo>
                    <ns1:lnTo>
                      <ns1:pt x="194" y="0"/>
                    </ns1:lnTo>
                    <ns1:lnTo>
                      <ns1:pt x="194" y="183"/>
                    </ns1:lnTo>
                    <ns1:lnTo>
                      <ns1:pt x="18" y="360"/>
                    </ns1:lnTo>
                    <ns1:lnTo>
                      <ns1:pt x="18" y="1135"/>
                    </ns1:ln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0" name="Freeform 40">
                <ns1:extLst>
                  <ns1:ext uri="{FF2B5EF4-FFF2-40B4-BE49-F238E27FC236}">
                    <ns3:creationId id="{D4C06E36-D233-423A-BC95-5B4D5BE35CB3}"/>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849100" y="6416675"/>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grpFill/>
              <ns1:ln>
                <ns1:noFill/>
              </ns1:ln>
              <ns1:extLst>
                <ns1:ext uri="{91240B29-F687-4f45-9708-019B960494DF}">
                  <ns6:hiddenLine w="9525">
                    <ns1:solidFill>
                      <ns1:srgbClr val="000000"/>
                    </ns1:solidFill>
                    <ns1:round/>
                    <ns1:headEnd/>
                    <ns1:tailEnd/>
                  </ns6:hiddenLine>
                </ns1:ext>
              </ns1:extLst>
            </ns0:spPr>
            <ns0:txBody>
              <ns1:bodyPr/>
              <ns1:lstStyle/>
              <ns1:p>
                <ns1:endParaRPr lang="en-ZA"/>
              </ns1:p>
            </ns0:txBody>
          </ns0:sp>
          <ns0:sp>
            <ns0:nvSpPr>
              <ns0:cNvPr id="111" name="Rectangle 41">
                <ns1:extLst>
                  <ns1:ext uri="{FF2B5EF4-FFF2-40B4-BE49-F238E27FC236}">
                    <ns3:creationId id="{E1B0EEC1-CF7A-4761-B477-941DB41A83DF}"/>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ns1:off x="11939587" y="6596063"/>
                <ns1:ext cx="23813" cy="252413"/>
              </ns1:xfrm>
              <ns1:prstGeom prst="rect">
                <ns1:avLst/>
              </ns1:prstGeom>
              <ns1:grpFill/>
              <ns1:ln>
                <ns1:noFill/>
              </ns1:ln>
              <ns1:extLst>
                <ns1:ext uri="{91240B29-F687-4f45-9708-019B960494DF}">
                  <ns6:hiddenLine w="9525">
                    <ns1:solidFill>
                      <ns1:srgbClr val="000000"/>
                    </ns1:solidFill>
                    <ns1:miter lim="800000"/>
                    <ns1:headEnd/>
                    <ns1:tailEnd/>
                  </ns6:hiddenLine>
                </ns1:ext>
              </ns1:extLst>
            </ns0:spPr>
            <ns0:txBody>
              <ns1:bodyPr/>
              <ns1:lstStyle/>
              <ns1:p>
                <ns1:endParaRPr lang="en-ZA"/>
              </ns1:p>
            </ns0:txBody>
          </ns0:sp>
        </ns0:grpSp>
      </ns0:grpSp>
      <ns0:grpSp>
        <ns0:nvGrpSpPr>
          <ns0:cNvPr id="140" name="Group 139">
            <ns1:extLst>
              <ns1:ext uri="{FF2B5EF4-FFF2-40B4-BE49-F238E27FC236}">
                <ns3:creationId id="{2AA951EB-D92C-4664-B069-0950B110D744}"/>
              </ns1:ext>
              <ns1:ext uri="{C183D7F6-B498-43B3-948B-1728B52AA6E4}">
                <ns4:decorative val="1"/>
              </ns1:ext>
            </ns1:extLst>
          </ns0:cNvPr>
          <ns0:cNvGrpSpPr>
            <ns1:grpSpLocks noGrp="1" noUngrp="1" noRot="1" noChangeAspect="1" noMove="1" noResize="1"/>
          </ns0:cNvGrpSpPr>
          <ns0:nvPr>
            <ns0:extLst>
              <ns0:ext uri="{386F3935-93C4-4BCD-93E2-E3B085C9AB24}">
                <ns5:designElem val="1"/>
              </ns0:ext>
            </ns0:extLst>
          </ns0:nvPr>
        </ns0:nvGrpSpPr>
        <ns0:grpSpPr>
          <ns1:xfrm>
            <ns1:off x="0" y="-1"/>
            <ns1:ext cx="12192003" cy="6858001"/>
            <ns1:chOff x="0" y="-1"/>
            <ns1:chExt cx="12192003" cy="6858001"/>
          </ns1:xfrm>
        </ns0:grpSpPr>
        <ns0:sp useBgFill="1">
          <ns0:nvSpPr>
            <ns0:cNvPr id="141" name="Rectangle 140">
              <ns1:extLst>
                <ns1:ext uri="{FF2B5EF4-FFF2-40B4-BE49-F238E27FC236}">
                  <ns3:creationId id="{D2557383-0505-41A8-8790-0DC743315710}"/>
                </ns1:ext>
                <ns1:ext uri="{C183D7F6-B498-43B3-948B-1728B52AA6E4}">
                  <ns4:decorative val="1"/>
                </ns1:ext>
              </ns1:extLst>
            </ns0:cNvPr>
            <ns0:cNvSpPr/>
            <ns0:nvPr>
              <ns0:extLst>
                <ns0:ext uri="{386F3935-93C4-4BCD-93E2-E3B085C9AB24}">
                  <ns5:designElem val="1"/>
                </ns0:ext>
              </ns0:extLst>
            </ns0:nvPr>
          </ns0:nvSpPr>
          <ns0:spPr>
            <ns1:xfrm>
              <ns1:off x="1" y="-1"/>
              <ns1:ext cx="12192000" cy="6858000"/>
            </ns1:xfrm>
            <ns1:prstGeom prst="rect">
              <ns1:avLst/>
            </ns1:prstGeom>
            <ns1:ln>
              <ns1:noFill/>
            </ns1:ln>
          </ns0:spPr>
          <ns0:style>
            <ns1:lnRef idx="2">
              <ns1:schemeClr val="accent1">
                <ns1:shade val="50000"/>
              </ns1:schemeClr>
            </ns1:lnRef>
            <ns1:fillRef idx="1">
              <ns1:schemeClr val="accent1"/>
            </ns1:fillRef>
            <ns1:effectRef idx="0">
              <ns1:schemeClr val="accent1"/>
            </ns1:effectRef>
            <ns1:fontRef idx="minor">
              <ns1:schemeClr val="lt1"/>
            </ns1:fontRef>
          </ns0:style>
          <ns0:txBody>
            <ns1:bodyPr rtlCol="0" anchor="ctr"/>
            <ns1:lstStyle/>
            <ns1:p>
              <ns1:pPr algn="ctr"/>
              <ns1:endParaRPr lang="en-US"/>
            </ns1:p>
          </ns0:txBody>
        </ns0:sp>
        <ns0:pic>
          <ns0:nvPicPr>
            <ns0:cNvPr id="142" name="Picture 2">
              <ns1:extLst>
                <ns1:ext uri="{FF2B5EF4-FFF2-40B4-BE49-F238E27FC236}">
                  <ns3:creationId id="{B8F446A7-2D9D-4B2C-B5AA-76C5130599ED}"/>
                </ns1:ext>
                <ns1:ext uri="{C183D7F6-B498-43B3-948B-1728B52AA6E4}">
                  <ns4:decorative val="1"/>
                </ns1:ext>
              </ns1:extLst>
            </ns0:cNvPr>
            <ns0:cNvPicPr>
              <ns1:picLocks noChangeAspect="1" noChangeArrowheads="1"/>
            </ns0:cNvPicPr>
            <ns0:nvPr>
              <ns0:extLst>
                <ns0:ext uri="{386F3935-93C4-4BCD-93E2-E3B085C9AB24}">
                  <ns5:designElem val="1"/>
                </ns0:ext>
              </ns0:extLst>
            </ns0:nvPr>
          </ns0:nvPicPr>
          <ns0:blipFill>
            <ns1:blip ns2:embed="rId3">
              <ns1:alphaModFix amt="30000"/>
              <ns1:duotone>
                <ns1:prstClr val="black"/>
                <ns1:schemeClr val="tx2">
                  <ns1:tint val="45000"/>
                  <ns1:satMod val="400000"/>
                </ns1:schemeClr>
              </ns1:duotone>
              <ns1:extLst>
                <ns1:ext uri="{28A0092B-C50C-407E-A947-70E740481C1C}">
                  <ns6:useLocalDpi val="0"/>
                </ns1:ext>
              </ns1:extLst>
            </ns1:blip>
            <ns1:srcRect/>
            <ns1:stretch>
              <ns1:fillRect/>
            </ns1:stretch>
          </ns0:blipFill>
          <ns0:spPr bwMode="auto">
            <ns1:xfrm>
              <ns1:off x="0" y="-1"/>
              <ns1:ext cx="12192003" cy="6858001"/>
            </ns1:xfrm>
            <ns1:prstGeom prst="rect">
              <ns1:avLst/>
            </ns1:prstGeom>
            <ns1:noFill/>
            <ns1:extLst>
              <ns1:ext uri="{909E8E84-426E-40dd-AFC4-6F175D3DCCD1}">
                <ns6:hiddenFill>
                  <ns1:solidFill>
                    <ns1:srgbClr val="FFFFFF"/>
                  </ns1:solidFill>
                </ns6:hiddenFill>
              </ns1:ext>
            </ns1:extLst>
          </ns0:spPr>
        </ns0:pic>
      </ns0:grpSp>
      <ns0:pic>
        <ns0:nvPicPr>
          <ns0:cNvPr id="9" name="Picture 8">
            <ns1:extLst>
              <ns1:ext uri="{FF2B5EF4-FFF2-40B4-BE49-F238E27FC236}">
                <ns3:creationId id="{B8838EBE-F9FC-D025-9E1A-A636E876DFA3}"/>
              </ns1:ext>
            </ns1:extLst>
          </ns0:cNvPr>
          <ns0:cNvPicPr>
            <ns1:picLocks noChangeAspect="1"/>
          </ns0:cNvPicPr>
          <ns0:nvPr/>
        </ns0:nvPicPr>
        <ns0:blipFill>
          <ns1:blip ns2:embed="rId4">
            <ns1:alphaModFix amt="30000"/>
          </ns1:blip>
          <ns1:srcRect t="21447" b="3531"/>
          <ns1:stretch>
            <ns1:fillRect/>
          </ns1:stretch>
        </ns0:blipFill>
        <ns0:spPr>
          <ns1:xfrm>
            <ns1:off x="20" y="10"/>
            <ns1:ext cx="12188369" cy="6857990"/>
          </ns1:xfrm>
          <ns1:prstGeom prst="rect">
            <ns1:avLst/>
          </ns1:prstGeom>
        </ns0:spPr>
      </ns0:pic>
      <ns0:grpSp>
        <ns0:nvGrpSpPr>
          <ns0:cNvPr id="144" name="Group 143">
            <ns1:extLst>
              <ns1:ext uri="{FF2B5EF4-FFF2-40B4-BE49-F238E27FC236}">
                <ns3:creationId id="{50A7EA83-60DF-47D8-8538-E7F234A4CAFA}"/>
              </ns1:ext>
              <ns1:ext uri="{C183D7F6-B498-43B3-948B-1728B52AA6E4}">
                <ns4:decorative val="1"/>
              </ns1:ext>
            </ns1:extLst>
          </ns0:cNvPr>
          <ns0:cNvGrpSpPr>
            <ns1:grpSpLocks noGrp="1" noUngrp="1" noRot="1" noChangeAspect="1" noMove="1" noResize="1"/>
          </ns0:cNvGrpSpPr>
          <ns0:nvPr>
            <ns0:extLst>
              <ns0:ext uri="{386F3935-93C4-4BCD-93E2-E3B085C9AB24}">
                <ns5:designElem val="1"/>
              </ns0:ext>
            </ns0:extLst>
          </ns0:nvPr>
        </ns0:nvGrpSpPr>
        <ns0:grpSpPr>
          <ns1:xfrm>
            <ns1:off x="372533" y="0"/>
            <ns1:ext cx="11455400" cy="6848476"/>
            <ns1:chOff x="372533" y="0"/>
            <ns1:chExt cx="11455400" cy="6848476"/>
          </ns1:xfrm>
        </ns0:grpSpPr>
        <ns0:sp>
          <ns0:nvSpPr>
            <ns0:cNvPr id="145" name="Round Diagonal Corner Rectangle 7">
              <ns1:extLst>
                <ns1:ext uri="{FF2B5EF4-FFF2-40B4-BE49-F238E27FC236}">
                  <ns3:creationId id="{0DC32959-063F-42FB-843F-52AAB4D97725}"/>
                </ns1:ext>
                <ns1:ext uri="{C183D7F6-B498-43B3-948B-1728B52AA6E4}">
                  <ns4:decorative val="1"/>
                </ns1:ext>
              </ns1:extLst>
            </ns0:cNvPr>
            <ns0:cNvSpPr/>
            <ns0:nvPr>
              <ns0:extLst>
                <ns0:ext uri="{386F3935-93C4-4BCD-93E2-E3B085C9AB24}">
                  <ns5:designElem val="1"/>
                </ns0:ext>
              </ns0:extLst>
            </ns0:nvPr>
          </ns0:nvSpPr>
          <ns0:spPr>
            <ns1:xfrm>
              <ns1:off x="922867" y="766234"/>
              <ns1:ext cx="10346266" cy="5325532"/>
            </ns1:xfrm>
            <ns1:prstGeom prst="round2DiagRect">
              <ns1:avLst>
                <ns1:gd name="adj1" fmla="val 4147"/>
                <ns1:gd name="adj2" fmla="val 0"/>
              </ns1:avLst>
            </ns1:prstGeom>
            <ns1:solidFill>
              <ns1:schemeClr val="bg1">
                <ns1:alpha val="80000"/>
              </ns1:schemeClr>
            </ns1:solidFill>
            <ns1:ln w="19050" cap="sq">
              <ns1:solidFill>
                <ns1:schemeClr val="tx2">
                  <ns1:alpha val="60000"/>
                </ns1:schemeClr>
              </ns1:solidFill>
              <ns1:miter lim="800000"/>
            </ns1:ln>
            <ns1:effectLst>
              <ns1:outerShdw blurRad="88900" dist="38100" dir="5400000" algn="t" rotWithShape="0">
                <ns1:prstClr val="black">
                  <ns1:alpha val="40000"/>
                </ns1:prstClr>
              </ns1:outerShdw>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lang="en-US"/>
            </ns1:p>
          </ns0:txBody>
        </ns0:sp>
        <ns0:grpSp>
          <ns0:nvGrpSpPr>
            <ns0:cNvPr id="146" name="Group 145">
              <ns1:extLst>
                <ns1:ext uri="{FF2B5EF4-FFF2-40B4-BE49-F238E27FC236}">
                  <ns3:creationId id="{9C6FF904-2A08-4D6F-8769-74E758813480}"/>
                </ns1:ext>
                <ns1:ext uri="{C183D7F6-B498-43B3-948B-1728B52AA6E4}">
                  <ns4:decorative val="1"/>
                </ns1:ext>
              </ns1:extLst>
            </ns0:cNvPr>
            <ns0:cNvGrpSpPr/>
            <ns0:nvPr>
              <ns0:extLst>
                <ns0:ext uri="{386F3935-93C4-4BCD-93E2-E3B085C9AB24}">
                  <ns5:designElem val="1"/>
                </ns0:ext>
              </ns0:extLst>
            </ns0:nvPr>
          </ns0:nvGrpSpPr>
          <ns0:grpSpPr>
            <ns1:xfrm>
              <ns1:off x="11085512" y="0"/>
              <ns1:ext cx="650875" cy="1730375"/>
              <ns1:chOff x="11347978" y="0"/>
              <ns1:chExt cx="650875" cy="1730375"/>
            </ns1:xfrm>
          </ns0:grpSpPr>
          <ns0:sp>
            <ns0:nvSpPr>
              <ns0:cNvPr id="166" name="Freeform 32">
                <ns1:extLst>
                  <ns1:ext uri="{FF2B5EF4-FFF2-40B4-BE49-F238E27FC236}">
                    <ns3:creationId id="{9FBE49E1-F6C4-45A4-B0B3-ABB68B022DD4}"/>
                  </ns1:ext>
                  <ns1:ext uri="{C183D7F6-B498-43B3-948B-1728B52AA6E4}">
                    <ns4:decorative val="1"/>
                  </ns1:ext>
                </ns1:extLst>
              </ns0:cNvPr>
              <ns0:cNvSpPr/>
              <ns0:nvPr>
                <ns0:extLst>
                  <ns0:ext uri="{386F3935-93C4-4BCD-93E2-E3B085C9AB24}">
                    <ns5:designElem val="1"/>
                  </ns0:ext>
                </ns0:extLst>
              </ns0:nvPr>
            </ns0:nvSpPr>
            <ns0:spPr bwMode="auto">
              <ns1:xfrm>
                <ns1:off x="11467041" y="0"/>
                <ns1:ext cx="417513" cy="512763"/>
              </ns1:xfrm>
              <ns1:custGeom>
                <ns1:avLst/>
                <ns1:gdLst/>
                <ns1:ahLst/>
                <ns1:cxnLst/>
                <ns1:rect l="0" t="0" r="r" b="b"/>
                <ns1:pathLst>
                  <ns1:path w="263" h="323">
                    <ns1:moveTo>
                      <ns1:pt x="12" y="323"/>
                    </ns1:moveTo>
                    <ns1:lnTo>
                      <ns1:pt x="0" y="314"/>
                    </ns1:lnTo>
                    <ns1:lnTo>
                      <ns1:pt x="203" y="108"/>
                    </ns1:lnTo>
                    <ns1:lnTo>
                      <ns1:pt x="248" y="0"/>
                    </ns1:lnTo>
                    <ns1:lnTo>
                      <ns1:pt x="263" y="6"/>
                    </ns1:lnTo>
                    <ns1:lnTo>
                      <ns1:pt x="218" y="117"/>
                    </ns1:lnTo>
                    <ns1:lnTo>
                      <ns1:pt x="218" y="117"/>
                    </ns1:lnTo>
                    <ns1:lnTo>
                      <ns1:pt x="12" y="323"/>
                    </ns1:lnTo>
                    <ns1:close/>
                  </ns1:path>
                </ns1:pathLst>
              </ns1:custGeom>
              <ns1:solidFill>
                <ns1:schemeClr val="tx2">
                  <ns1:alpha val="80000"/>
                </ns1:schemeClr>
              </ns1:solidFill>
              <ns1:ln>
                <ns1:noFill/>
              </ns1:ln>
            </ns0:spPr>
            <ns0:txBody>
              <ns1:bodyPr/>
              <ns1:lstStyle/>
              <ns1:p>
                <ns1:endParaRPr lang="en-ZA"/>
              </ns1:p>
            </ns0:txBody>
          </ns0:sp>
          <ns0:sp>
            <ns0:nvSpPr>
              <ns0:cNvPr id="167" name="Freeform 33">
                <ns1:extLst>
                  <ns1:ext uri="{FF2B5EF4-FFF2-40B4-BE49-F238E27FC236}">
                    <ns3:creationId id="{D39886E8-0D84-4623-BC00-2555D501A4E4}"/>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347978" y="474663"/>
                <ns1:ext cx="157163" cy="152400"/>
              </ns1:xfrm>
              <ns1:custGeom>
                <ns1:avLst/>
                <ns1:gdLst/>
                <ns1:ahLst/>
                <ns1:cxnLst/>
                <ns1:rect l="0" t="0" r="r" b="b"/>
                <ns1:pathLst>
                  <ns1:path w="33" h="32">
                    <ns1:moveTo>
                      <ns1:pt x="17" y="32"/>
                    </ns1:moveTo>
                    <ns1:cubicBezTo>
                      <ns1:pt x="13" y="32"/>
                      <ns1:pt x="9" y="30"/>
                      <ns1:pt x="6" y="27"/>
                    </ns1:cubicBezTo>
                    <ns1:cubicBezTo>
                      <ns1:pt x="0" y="21"/>
                      <ns1:pt x="0" y="11"/>
                      <ns1:pt x="6" y="5"/>
                    </ns1:cubicBezTo>
                    <ns1:cubicBezTo>
                      <ns1:pt x="9" y="2"/>
                      <ns1:pt x="13" y="0"/>
                      <ns1:pt x="17" y="0"/>
                    </ns1:cubicBezTo>
                    <ns1:cubicBezTo>
                      <ns1:pt x="21" y="0"/>
                      <ns1:pt x="25" y="2"/>
                      <ns1:pt x="28" y="5"/>
                    </ns1:cubicBezTo>
                    <ns1:cubicBezTo>
                      <ns1:pt x="31" y="8"/>
                      <ns1:pt x="33" y="12"/>
                      <ns1:pt x="33" y="16"/>
                    </ns1:cubicBezTo>
                    <ns1:cubicBezTo>
                      <ns1:pt x="33" y="20"/>
                      <ns1:pt x="31" y="24"/>
                      <ns1:pt x="28" y="27"/>
                    </ns1:cubicBezTo>
                    <ns1:cubicBezTo>
                      <ns1:pt x="25" y="30"/>
                      <ns1:pt x="21" y="32"/>
                      <ns1:pt x="17" y="32"/>
                    </ns1:cubicBezTo>
                    <ns1:close/>
                    <ns1:moveTo>
                      <ns1:pt x="17" y="4"/>
                    </ns1:moveTo>
                    <ns1:cubicBezTo>
                      <ns1:pt x="14" y="4"/>
                      <ns1:pt x="11" y="6"/>
                      <ns1:pt x="9" y="8"/>
                    </ns1:cubicBezTo>
                    <ns1:cubicBezTo>
                      <ns1:pt x="4" y="12"/>
                      <ns1:pt x="4" y="20"/>
                      <ns1:pt x="9" y="24"/>
                    </ns1:cubicBezTo>
                    <ns1:cubicBezTo>
                      <ns1:pt x="11" y="27"/>
                      <ns1:pt x="14" y="28"/>
                      <ns1:pt x="17" y="28"/>
                    </ns1:cubicBezTo>
                    <ns1:cubicBezTo>
                      <ns1:pt x="20" y="28"/>
                      <ns1:pt x="23" y="27"/>
                      <ns1:pt x="26" y="24"/>
                    </ns1:cubicBezTo>
                    <ns1:cubicBezTo>
                      <ns1:pt x="30" y="20"/>
                      <ns1:pt x="30" y="12"/>
                      <ns1:pt x="26" y="8"/>
                    </ns1:cubicBezTo>
                    <ns1:cubicBezTo>
                      <ns1:pt x="23" y="6"/>
                      <ns1:pt x="20"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168" name="Freeform 34">
                <ns1:extLst>
                  <ns1:ext uri="{FF2B5EF4-FFF2-40B4-BE49-F238E27FC236}">
                    <ns3:creationId id="{59A74DD0-E79B-42CF-8259-302698BEDAA9}"/>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614678" y="1539875"/>
                <ns1:ext cx="188913"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169" name="Freeform 37">
                <ns1:extLst>
                  <ns1:ext uri="{FF2B5EF4-FFF2-40B4-BE49-F238E27FC236}">
                    <ns3:creationId id="{05B199AD-0A48-4DC8-88CC-94C4785A0CD5}"/>
                  </ns1:ext>
                  <ns1:ext uri="{C183D7F6-B498-43B3-948B-1728B52AA6E4}">
                    <ns4:decorative val="1"/>
                  </ns1:ext>
                </ns1:extLst>
              </ns0:cNvPr>
              <ns0:cNvSpPr/>
              <ns0:nvPr>
                <ns0:extLst>
                  <ns0:ext uri="{386F3935-93C4-4BCD-93E2-E3B085C9AB24}">
                    <ns5:designElem val="1"/>
                  </ns0:ext>
                </ns0:extLst>
              </ns0:nvPr>
            </ns0:nvSpPr>
            <ns0:spPr bwMode="auto">
              <ns1:xfrm>
                <ns1:off x="11694053" y="4763"/>
                <ns1:ext cx="304800" cy="1544638"/>
              </ns1:xfrm>
              <ns1:custGeom>
                <ns1:avLst/>
                <ns1:gdLst/>
                <ns1:ahLst/>
                <ns1:cxnLst/>
                <ns1:rect l="0" t="0" r="r" b="b"/>
                <ns1:pathLst>
                  <ns1:path w="192" h="973">
                    <ns1:moveTo>
                      <ns1:pt x="15" y="973"/>
                    </ns1:moveTo>
                    <ns1:lnTo>
                      <ns1:pt x="0" y="973"/>
                    </ns1:lnTo>
                    <ns1:lnTo>
                      <ns1:pt x="0" y="790"/>
                    </ns1:lnTo>
                    <ns1:lnTo>
                      <ns1:pt x="174" y="614"/>
                    </ns1:lnTo>
                    <ns1:lnTo>
                      <ns1:pt x="174" y="0"/>
                    </ns1:lnTo>
                    <ns1:lnTo>
                      <ns1:pt x="192" y="0"/>
                    </ns1:lnTo>
                    <ns1:lnTo>
                      <ns1:pt x="192" y="620"/>
                    </ns1:lnTo>
                    <ns1:lnTo>
                      <ns1:pt x="15" y="796"/>
                    </ns1:lnTo>
                    <ns1:lnTo>
                      <ns1:pt x="15" y="973"/>
                    </ns1:lnTo>
                    <ns1:close/>
                  </ns1:path>
                </ns1:pathLst>
              </ns1:custGeom>
              <ns1:solidFill>
                <ns1:schemeClr val="tx2">
                  <ns1:alpha val="80000"/>
                </ns1:schemeClr>
              </ns1:solidFill>
              <ns1:ln>
                <ns1:noFill/>
              </ns1:ln>
            </ns0:spPr>
            <ns0:txBody>
              <ns1:bodyPr/>
              <ns1:lstStyle/>
              <ns1:p>
                <ns1:endParaRPr lang="en-ZA"/>
              </ns1:p>
            </ns0:txBody>
          </ns0:sp>
        </ns0:grpSp>
        <ns0:grpSp>
          <ns0:nvGrpSpPr>
            <ns0:cNvPr id="147" name="Group 146">
              <ns1:extLst>
                <ns1:ext uri="{FF2B5EF4-FFF2-40B4-BE49-F238E27FC236}">
                  <ns3:creationId id="{BA03D0AA-6A09-4988-865E-1B81E12A7985}"/>
                </ns1:ext>
                <ns1:ext uri="{C183D7F6-B498-43B3-948B-1728B52AA6E4}">
                  <ns4:decorative val="1"/>
                </ns1:ext>
              </ns1:extLst>
            </ns0:cNvPr>
            <ns0:cNvGrpSpPr/>
            <ns0:nvPr>
              <ns0:extLst>
                <ns0:ext uri="{386F3935-93C4-4BCD-93E2-E3B085C9AB24}">
                  <ns5:designElem val="1"/>
                </ns0:ext>
              </ns0:extLst>
            </ns0:nvPr>
          </ns0:nvGrpSpPr>
          <ns0:grpSpPr>
            <ns1:xfrm flipH="1">
              <ns1:off x="11229445" y="4867275"/>
              <ns1:ext cx="598488" cy="1981201"/>
              <ns1:chOff x="11424178" y="4867275"/>
              <ns1:chExt cx="598488" cy="1981201"/>
            </ns1:xfrm>
          </ns0:grpSpPr>
          <ns0:sp>
            <ns0:nvSpPr>
              <ns0:cNvPr id="160" name="Freeform 35">
                <ns1:extLst>
                  <ns1:ext uri="{FF2B5EF4-FFF2-40B4-BE49-F238E27FC236}">
                    <ns3:creationId id="{CECCFA67-5EE1-4E33-B37D-0CA218F40838}"/>
                  </ns1:ext>
                  <ns1:ext uri="{C183D7F6-B498-43B3-948B-1728B52AA6E4}">
                    <ns4:decorative val="1"/>
                  </ns1:ext>
                </ns1:extLst>
              </ns0:cNvPr>
              <ns0:cNvSpPr/>
              <ns0:nvPr>
                <ns0:extLst>
                  <ns0:ext uri="{386F3935-93C4-4BCD-93E2-E3B085C9AB24}">
                    <ns5:designElem val="1"/>
                  </ns0:ext>
                </ns0:extLst>
              </ns0:nvPr>
            </ns0:nvSpPr>
            <ns0:spPr bwMode="auto">
              <ns1:xfrm>
                <ns1:off x="11514666" y="5694363"/>
                <ns1:ext cx="298450" cy="1154113"/>
              </ns1:xfrm>
              <ns1:custGeom>
                <ns1:avLst/>
                <ns1:gdLst/>
                <ns1:ahLst/>
                <ns1:cxnLst/>
                <ns1:rect l="0" t="0" r="r" b="b"/>
                <ns1:pathLst>
                  <ns1:path w="188" h="727">
                    <ns1:moveTo>
                      <ns1:pt x="15" y="727"/>
                    </ns1:moveTo>
                    <ns1:lnTo>
                      <ns1:pt x="0" y="727"/>
                    </ns1:lnTo>
                    <ns1:lnTo>
                      <ns1:pt x="0" y="407"/>
                    </ns1:lnTo>
                    <ns1:lnTo>
                      <ns1:pt x="0" y="407"/>
                    </ns1:lnTo>
                    <ns1:lnTo>
                      <ns1:pt x="176" y="0"/>
                    </ns1:lnTo>
                    <ns1:lnTo>
                      <ns1:pt x="188" y="6"/>
                    </ns1:lnTo>
                    <ns1:lnTo>
                      <ns1:pt x="15" y="410"/>
                    </ns1:lnTo>
                    <ns1:lnTo>
                      <ns1:pt x="15" y="727"/>
                    </ns1:lnTo>
                    <ns1:close/>
                  </ns1:path>
                </ns1:pathLst>
              </ns1:custGeom>
              <ns1:solidFill>
                <ns1:schemeClr val="tx2">
                  <ns1:alpha val="80000"/>
                </ns1:schemeClr>
              </ns1:solidFill>
              <ns1:ln>
                <ns1:noFill/>
              </ns1:ln>
            </ns0:spPr>
            <ns0:txBody>
              <ns1:bodyPr/>
              <ns1:lstStyle/>
              <ns1:p>
                <ns1:endParaRPr lang="en-ZA"/>
              </ns1:p>
            </ns0:txBody>
          </ns0:sp>
          <ns0:sp>
            <ns0:nvSpPr>
              <ns0:cNvPr id="161" name="Freeform 36">
                <ns1:extLst>
                  <ns1:ext uri="{FF2B5EF4-FFF2-40B4-BE49-F238E27FC236}">
                    <ns3:creationId id="{F1209146-A913-4EF8-BCA5-A83DC7A739ED}"/>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755966" y="5551488"/>
                <ns1:ext cx="157163" cy="155575"/>
              </ns1:xfrm>
              <ns1:custGeom>
                <ns1:avLst/>
                <ns1:gdLst/>
                <ns1:ahLst/>
                <ns1:cxnLst/>
                <ns1:rect l="0" t="0" r="r" b="b"/>
                <ns1:pathLst>
                  <ns1:path w="33" h="33">
                    <ns1:moveTo>
                      <ns1:pt x="17" y="33"/>
                    </ns1:moveTo>
                    <ns1:cubicBezTo>
                      <ns1:pt x="8" y="33"/>
                      <ns1:pt x="0" y="25"/>
                      <ns1:pt x="0" y="16"/>
                    </ns1:cubicBezTo>
                    <ns1:cubicBezTo>
                      <ns1:pt x="0" y="7"/>
                      <ns1:pt x="8" y="0"/>
                      <ns1:pt x="17" y="0"/>
                    </ns1:cubicBezTo>
                    <ns1:cubicBezTo>
                      <ns1:pt x="26" y="0"/>
                      <ns1:pt x="33" y="7"/>
                      <ns1:pt x="33" y="16"/>
                    </ns1:cubicBezTo>
                    <ns1:cubicBezTo>
                      <ns1:pt x="33" y="25"/>
                      <ns1:pt x="26" y="33"/>
                      <ns1:pt x="17" y="33"/>
                    </ns1:cubicBezTo>
                    <ns1:close/>
                    <ns1:moveTo>
                      <ns1:pt x="17" y="4"/>
                    </ns1:moveTo>
                    <ns1:cubicBezTo>
                      <ns1:pt x="10" y="4"/>
                      <ns1:pt x="4" y="9"/>
                      <ns1:pt x="4" y="16"/>
                    </ns1:cubicBezTo>
                    <ns1:cubicBezTo>
                      <ns1:pt x="4" y="23"/>
                      <ns1:pt x="10" y="29"/>
                      <ns1:pt x="17" y="29"/>
                    </ns1:cubicBezTo>
                    <ns1:cubicBezTo>
                      <ns1:pt x="23" y="29"/>
                      <ns1:pt x="29" y="23"/>
                      <ns1:pt x="29" y="16"/>
                    </ns1:cubicBezTo>
                    <ns1:cubicBezTo>
                      <ns1:pt x="29" y="9"/>
                      <ns1:pt x="23"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162" name="Freeform 38">
                <ns1:extLst>
                  <ns1:ext uri="{FF2B5EF4-FFF2-40B4-BE49-F238E27FC236}">
                    <ns3:creationId id="{3DE05473-6F85-4F71-A427-16CF0153C783}"/>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619441" y="4867275"/>
                <ns1:ext cx="188913"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163" name="Freeform 39">
                <ns1:extLst>
                  <ns1:ext uri="{FF2B5EF4-FFF2-40B4-BE49-F238E27FC236}">
                    <ns3:creationId id="{776EEC7D-F65A-4975-B6B2-513ACD26174F}"/>
                  </ns1:ext>
                  <ns1:ext uri="{C183D7F6-B498-43B3-948B-1728B52AA6E4}">
                    <ns4:decorative val="1"/>
                  </ns1:ext>
                </ns1:extLst>
              </ns0:cNvPr>
              <ns0:cNvSpPr/>
              <ns0:nvPr>
                <ns0:extLst>
                  <ns0:ext uri="{386F3935-93C4-4BCD-93E2-E3B085C9AB24}">
                    <ns5:designElem val="1"/>
                  </ns0:ext>
                </ns0:extLst>
              </ns0:nvPr>
            </ns0:nvSpPr>
            <ns0:spPr bwMode="auto">
              <ns1:xfrm>
                <ns1:off x="11424178" y="5046663"/>
                <ns1:ext cx="307975" cy="1801813"/>
              </ns1:xfrm>
              <ns1:custGeom>
                <ns1:avLst/>
                <ns1:gdLst/>
                <ns1:ahLst/>
                <ns1:cxnLst/>
                <ns1:rect l="0" t="0" r="r" b="b"/>
                <ns1:pathLst>
                  <ns1:path w="194" h="1135">
                    <ns1:moveTo>
                      <ns1:pt x="18" y="1135"/>
                    </ns1:moveTo>
                    <ns1:lnTo>
                      <ns1:pt x="0" y="1135"/>
                    </ns1:lnTo>
                    <ns1:lnTo>
                      <ns1:pt x="0" y="354"/>
                    </ns1:lnTo>
                    <ns1:lnTo>
                      <ns1:pt x="176" y="177"/>
                    </ns1:lnTo>
                    <ns1:lnTo>
                      <ns1:pt x="176" y="0"/>
                    </ns1:lnTo>
                    <ns1:lnTo>
                      <ns1:pt x="194" y="0"/>
                    </ns1:lnTo>
                    <ns1:lnTo>
                      <ns1:pt x="194" y="183"/>
                    </ns1:lnTo>
                    <ns1:lnTo>
                      <ns1:pt x="18" y="360"/>
                    </ns1:lnTo>
                    <ns1:lnTo>
                      <ns1:pt x="18" y="1135"/>
                    </ns1:lnTo>
                    <ns1:close/>
                  </ns1:path>
                </ns1:pathLst>
              </ns1:custGeom>
              <ns1:solidFill>
                <ns1:schemeClr val="tx2">
                  <ns1:alpha val="80000"/>
                </ns1:schemeClr>
              </ns1:solidFill>
              <ns1:ln>
                <ns1:noFill/>
              </ns1:ln>
            </ns0:spPr>
            <ns0:txBody>
              <ns1:bodyPr/>
              <ns1:lstStyle/>
              <ns1:p>
                <ns1:endParaRPr lang="en-ZA"/>
              </ns1:p>
            </ns0:txBody>
          </ns0:sp>
          <ns0:sp>
            <ns0:nvSpPr>
              <ns0:cNvPr id="164" name="Freeform 40">
                <ns1:extLst>
                  <ns1:ext uri="{FF2B5EF4-FFF2-40B4-BE49-F238E27FC236}">
                    <ns3:creationId id="{EA7CA1B7-0ED5-4B2A-98A3-D61C15D1ACB8}"/>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832166" y="6416675"/>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165" name="Rectangle 41">
                <ns1:extLst>
                  <ns1:ext uri="{FF2B5EF4-FFF2-40B4-BE49-F238E27FC236}">
                    <ns3:creationId id="{EA468C46-CB87-41D5-9F0B-30856462DEB9}"/>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ns1:off x="11922653" y="6596063"/>
                <ns1:ext cx="23813" cy="252413"/>
              </ns1:xfrm>
              <ns1:prstGeom prst="rect">
                <ns1:avLst/>
              </ns1:prstGeom>
              <ns1:solidFill>
                <ns1:schemeClr val="tx2">
                  <ns1:alpha val="80000"/>
                </ns1:schemeClr>
              </ns1:solidFill>
              <ns1:ln>
                <ns1:noFill/>
              </ns1:ln>
            </ns0:spPr>
            <ns0:txBody>
              <ns1:bodyPr/>
              <ns1:lstStyle/>
              <ns1:p>
                <ns1:endParaRPr lang="en-ZA"/>
              </ns1:p>
            </ns0:txBody>
          </ns0:sp>
        </ns0:grpSp>
        <ns0:grpSp>
          <ns0:nvGrpSpPr>
            <ns0:cNvPr id="148" name="Group 147">
              <ns1:extLst>
                <ns1:ext uri="{FF2B5EF4-FFF2-40B4-BE49-F238E27FC236}">
                  <ns3:creationId id="{4E1A157C-0B8F-4815-A4A3-CEB9BBE1549F}"/>
                </ns1:ext>
                <ns1:ext uri="{C183D7F6-B498-43B3-948B-1728B52AA6E4}">
                  <ns4:decorative val="1"/>
                </ns1:ext>
              </ns1:extLst>
            </ns0:cNvPr>
            <ns0:cNvGrpSpPr/>
            <ns0:nvPr>
              <ns0:extLst>
                <ns0:ext uri="{386F3935-93C4-4BCD-93E2-E3B085C9AB24}">
                  <ns5:designElem val="1"/>
                </ns0:ext>
              </ns0:extLst>
            </ns0:nvPr>
          </ns0:nvGrpSpPr>
          <ns0:grpSpPr>
            <ns1:xfrm flipH="1">
              <ns1:off x="440267" y="5118101"/>
              <ns1:ext cx="650875" cy="1730375"/>
              <ns1:chOff x="118533" y="5118101"/>
              <ns1:chExt cx="650875" cy="1730375"/>
            </ns1:xfrm>
          </ns0:grpSpPr>
          <ns0:sp>
            <ns0:nvSpPr>
              <ns0:cNvPr id="156" name="Freeform 32">
                <ns1:extLst>
                  <ns1:ext uri="{FF2B5EF4-FFF2-40B4-BE49-F238E27FC236}">
                    <ns3:creationId id="{AC4D2E9F-A2BA-4174-9218-63B014F3BC01}"/>
                  </ns1:ext>
                  <ns1:ext uri="{C183D7F6-B498-43B3-948B-1728B52AA6E4}">
                    <ns4:decorative val="1"/>
                  </ns1:ext>
                </ns1:extLst>
              </ns0:cNvPr>
              <ns0:cNvSpPr/>
              <ns0:nvPr>
                <ns0:extLst>
                  <ns0:ext uri="{386F3935-93C4-4BCD-93E2-E3B085C9AB24}">
                    <ns5:designElem val="1"/>
                  </ns0:ext>
                </ns0:extLst>
              </ns0:nvPr>
            </ns0:nvSpPr>
            <ns0:spPr bwMode="auto">
              <ns1:xfrm flipV="1">
                <ns1:off x="237596" y="6335713"/>
                <ns1:ext cx="417513" cy="512763"/>
              </ns1:xfrm>
              <ns1:custGeom>
                <ns1:avLst/>
                <ns1:gdLst/>
                <ns1:ahLst/>
                <ns1:cxnLst/>
                <ns1:rect l="0" t="0" r="r" b="b"/>
                <ns1:pathLst>
                  <ns1:path w="263" h="323">
                    <ns1:moveTo>
                      <ns1:pt x="12" y="323"/>
                    </ns1:moveTo>
                    <ns1:lnTo>
                      <ns1:pt x="0" y="314"/>
                    </ns1:lnTo>
                    <ns1:lnTo>
                      <ns1:pt x="203" y="108"/>
                    </ns1:lnTo>
                    <ns1:lnTo>
                      <ns1:pt x="248" y="0"/>
                    </ns1:lnTo>
                    <ns1:lnTo>
                      <ns1:pt x="263" y="6"/>
                    </ns1:lnTo>
                    <ns1:lnTo>
                      <ns1:pt x="218" y="117"/>
                    </ns1:lnTo>
                    <ns1:lnTo>
                      <ns1:pt x="218" y="117"/>
                    </ns1:lnTo>
                    <ns1:lnTo>
                      <ns1:pt x="12" y="323"/>
                    </ns1:lnTo>
                    <ns1:close/>
                  </ns1:path>
                </ns1:pathLst>
              </ns1:custGeom>
              <ns1:solidFill>
                <ns1:schemeClr val="tx2">
                  <ns1:alpha val="80000"/>
                </ns1:schemeClr>
              </ns1:solidFill>
              <ns1:ln>
                <ns1:noFill/>
              </ns1:ln>
            </ns0:spPr>
            <ns0:txBody>
              <ns1:bodyPr/>
              <ns1:lstStyle/>
              <ns1:p>
                <ns1:endParaRPr lang="en-ZA"/>
              </ns1:p>
            </ns0:txBody>
          </ns0:sp>
          <ns0:sp>
            <ns0:nvSpPr>
              <ns0:cNvPr id="157" name="Freeform 33">
                <ns1:extLst>
                  <ns1:ext uri="{FF2B5EF4-FFF2-40B4-BE49-F238E27FC236}">
                    <ns3:creationId id="{77BC491E-B056-4EFC-ABB3-FCCF5B8325A8}"/>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118533" y="6221413"/>
                <ns1:ext cx="157163" cy="152400"/>
              </ns1:xfrm>
              <ns1:custGeom>
                <ns1:avLst/>
                <ns1:gdLst/>
                <ns1:ahLst/>
                <ns1:cxnLst/>
                <ns1:rect l="0" t="0" r="r" b="b"/>
                <ns1:pathLst>
                  <ns1:path w="33" h="32">
                    <ns1:moveTo>
                      <ns1:pt x="17" y="32"/>
                    </ns1:moveTo>
                    <ns1:cubicBezTo>
                      <ns1:pt x="13" y="32"/>
                      <ns1:pt x="9" y="30"/>
                      <ns1:pt x="6" y="27"/>
                    </ns1:cubicBezTo>
                    <ns1:cubicBezTo>
                      <ns1:pt x="0" y="21"/>
                      <ns1:pt x="0" y="11"/>
                      <ns1:pt x="6" y="5"/>
                    </ns1:cubicBezTo>
                    <ns1:cubicBezTo>
                      <ns1:pt x="9" y="2"/>
                      <ns1:pt x="13" y="0"/>
                      <ns1:pt x="17" y="0"/>
                    </ns1:cubicBezTo>
                    <ns1:cubicBezTo>
                      <ns1:pt x="21" y="0"/>
                      <ns1:pt x="25" y="2"/>
                      <ns1:pt x="28" y="5"/>
                    </ns1:cubicBezTo>
                    <ns1:cubicBezTo>
                      <ns1:pt x="31" y="8"/>
                      <ns1:pt x="33" y="12"/>
                      <ns1:pt x="33" y="16"/>
                    </ns1:cubicBezTo>
                    <ns1:cubicBezTo>
                      <ns1:pt x="33" y="20"/>
                      <ns1:pt x="31" y="24"/>
                      <ns1:pt x="28" y="27"/>
                    </ns1:cubicBezTo>
                    <ns1:cubicBezTo>
                      <ns1:pt x="25" y="30"/>
                      <ns1:pt x="21" y="32"/>
                      <ns1:pt x="17" y="32"/>
                    </ns1:cubicBezTo>
                    <ns1:close/>
                    <ns1:moveTo>
                      <ns1:pt x="17" y="4"/>
                    </ns1:moveTo>
                    <ns1:cubicBezTo>
                      <ns1:pt x="14" y="4"/>
                      <ns1:pt x="11" y="6"/>
                      <ns1:pt x="9" y="8"/>
                    </ns1:cubicBezTo>
                    <ns1:cubicBezTo>
                      <ns1:pt x="4" y="12"/>
                      <ns1:pt x="4" y="20"/>
                      <ns1:pt x="9" y="24"/>
                    </ns1:cubicBezTo>
                    <ns1:cubicBezTo>
                      <ns1:pt x="11" y="27"/>
                      <ns1:pt x="14" y="28"/>
                      <ns1:pt x="17" y="28"/>
                    </ns1:cubicBezTo>
                    <ns1:cubicBezTo>
                      <ns1:pt x="20" y="28"/>
                      <ns1:pt x="23" y="27"/>
                      <ns1:pt x="26" y="24"/>
                    </ns1:cubicBezTo>
                    <ns1:cubicBezTo>
                      <ns1:pt x="30" y="20"/>
                      <ns1:pt x="30" y="12"/>
                      <ns1:pt x="26" y="8"/>
                    </ns1:cubicBezTo>
                    <ns1:cubicBezTo>
                      <ns1:pt x="23" y="6"/>
                      <ns1:pt x="20"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158" name="Freeform 34">
                <ns1:extLst>
                  <ns1:ext uri="{FF2B5EF4-FFF2-40B4-BE49-F238E27FC236}">
                    <ns3:creationId id="{60EE1C22-1980-4974-BD81-0C8CEAD99FCD}"/>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385233" y="5118101"/>
                <ns1:ext cx="188913"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159" name="Freeform 37">
                <ns1:extLst>
                  <ns1:ext uri="{FF2B5EF4-FFF2-40B4-BE49-F238E27FC236}">
                    <ns3:creationId id="{02B11C1B-8B44-46B1-B943-00DA0C03F6AD}"/>
                  </ns1:ext>
                  <ns1:ext uri="{C183D7F6-B498-43B3-948B-1728B52AA6E4}">
                    <ns4:decorative val="1"/>
                  </ns1:ext>
                </ns1:extLst>
              </ns0:cNvPr>
              <ns0:cNvSpPr/>
              <ns0:nvPr>
                <ns0:extLst>
                  <ns0:ext uri="{386F3935-93C4-4BCD-93E2-E3B085C9AB24}">
                    <ns5:designElem val="1"/>
                  </ns0:ext>
                </ns0:extLst>
              </ns0:nvPr>
            </ns0:nvSpPr>
            <ns0:spPr bwMode="auto">
              <ns1:xfrm flipV="1">
                <ns1:off x="464608" y="5299075"/>
                <ns1:ext cx="304800" cy="1544638"/>
              </ns1:xfrm>
              <ns1:custGeom>
                <ns1:avLst/>
                <ns1:gdLst/>
                <ns1:ahLst/>
                <ns1:cxnLst/>
                <ns1:rect l="0" t="0" r="r" b="b"/>
                <ns1:pathLst>
                  <ns1:path w="192" h="973">
                    <ns1:moveTo>
                      <ns1:pt x="15" y="973"/>
                    </ns1:moveTo>
                    <ns1:lnTo>
                      <ns1:pt x="0" y="973"/>
                    </ns1:lnTo>
                    <ns1:lnTo>
                      <ns1:pt x="0" y="790"/>
                    </ns1:lnTo>
                    <ns1:lnTo>
                      <ns1:pt x="174" y="614"/>
                    </ns1:lnTo>
                    <ns1:lnTo>
                      <ns1:pt x="174" y="0"/>
                    </ns1:lnTo>
                    <ns1:lnTo>
                      <ns1:pt x="192" y="0"/>
                    </ns1:lnTo>
                    <ns1:lnTo>
                      <ns1:pt x="192" y="620"/>
                    </ns1:lnTo>
                    <ns1:lnTo>
                      <ns1:pt x="15" y="796"/>
                    </ns1:lnTo>
                    <ns1:lnTo>
                      <ns1:pt x="15" y="973"/>
                    </ns1:lnTo>
                    <ns1:close/>
                  </ns1:path>
                </ns1:pathLst>
              </ns1:custGeom>
              <ns1:solidFill>
                <ns1:schemeClr val="tx2">
                  <ns1:alpha val="80000"/>
                </ns1:schemeClr>
              </ns1:solidFill>
              <ns1:ln>
                <ns1:noFill/>
              </ns1:ln>
            </ns0:spPr>
            <ns0:txBody>
              <ns1:bodyPr/>
              <ns1:lstStyle/>
              <ns1:p>
                <ns1:endParaRPr lang="en-ZA"/>
              </ns1:p>
            </ns0:txBody>
          </ns0:sp>
        </ns0:grpSp>
        <ns0:grpSp>
          <ns0:nvGrpSpPr>
            <ns0:cNvPr id="149" name="Group 148">
              <ns1:extLst>
                <ns1:ext uri="{FF2B5EF4-FFF2-40B4-BE49-F238E27FC236}">
                  <ns3:creationId id="{7EE8DAA8-BB59-46F4-BAE5-2DC25776F732}"/>
                </ns1:ext>
                <ns1:ext uri="{C183D7F6-B498-43B3-948B-1728B52AA6E4}">
                  <ns4:decorative val="1"/>
                </ns1:ext>
              </ns1:extLst>
            </ns0:cNvPr>
            <ns0:cNvGrpSpPr/>
            <ns0:nvPr>
              <ns0:extLst>
                <ns0:ext uri="{386F3935-93C4-4BCD-93E2-E3B085C9AB24}">
                  <ns5:designElem val="1"/>
                </ns0:ext>
              </ns0:extLst>
            </ns0:nvPr>
          </ns0:nvGrpSpPr>
          <ns0:grpSpPr>
            <ns1:xfrm>
              <ns1:off x="372533" y="0"/>
              <ns1:ext cx="598488" cy="1981201"/>
              <ns1:chOff x="194733" y="0"/>
              <ns1:chExt cx="598488" cy="1981201"/>
            </ns1:xfrm>
          </ns0:grpSpPr>
          <ns0:sp>
            <ns0:nvSpPr>
              <ns0:cNvPr id="150" name="Freeform 35">
                <ns1:extLst>
                  <ns1:ext uri="{FF2B5EF4-FFF2-40B4-BE49-F238E27FC236}">
                    <ns3:creationId id="{41642804-AFC4-4BFE-8F01-F6BE2BBD284E}"/>
                  </ns1:ext>
                  <ns1:ext uri="{C183D7F6-B498-43B3-948B-1728B52AA6E4}">
                    <ns4:decorative val="1"/>
                  </ns1:ext>
                </ns1:extLst>
              </ns0:cNvPr>
              <ns0:cNvSpPr/>
              <ns0:nvPr>
                <ns0:extLst>
                  <ns0:ext uri="{386F3935-93C4-4BCD-93E2-E3B085C9AB24}">
                    <ns5:designElem val="1"/>
                  </ns0:ext>
                </ns0:extLst>
              </ns0:nvPr>
            </ns0:nvSpPr>
            <ns0:spPr bwMode="auto">
              <ns1:xfrm flipV="1">
                <ns1:off x="285221" y="0"/>
                <ns1:ext cx="298450" cy="1154113"/>
              </ns1:xfrm>
              <ns1:custGeom>
                <ns1:avLst/>
                <ns1:gdLst/>
                <ns1:ahLst/>
                <ns1:cxnLst/>
                <ns1:rect l="0" t="0" r="r" b="b"/>
                <ns1:pathLst>
                  <ns1:path w="188" h="727">
                    <ns1:moveTo>
                      <ns1:pt x="15" y="727"/>
                    </ns1:moveTo>
                    <ns1:lnTo>
                      <ns1:pt x="0" y="727"/>
                    </ns1:lnTo>
                    <ns1:lnTo>
                      <ns1:pt x="0" y="407"/>
                    </ns1:lnTo>
                    <ns1:lnTo>
                      <ns1:pt x="0" y="407"/>
                    </ns1:lnTo>
                    <ns1:lnTo>
                      <ns1:pt x="176" y="0"/>
                    </ns1:lnTo>
                    <ns1:lnTo>
                      <ns1:pt x="188" y="6"/>
                    </ns1:lnTo>
                    <ns1:lnTo>
                      <ns1:pt x="15" y="410"/>
                    </ns1:lnTo>
                    <ns1:lnTo>
                      <ns1:pt x="15" y="727"/>
                    </ns1:lnTo>
                    <ns1:close/>
                  </ns1:path>
                </ns1:pathLst>
              </ns1:custGeom>
              <ns1:solidFill>
                <ns1:schemeClr val="tx2">
                  <ns1:alpha val="80000"/>
                </ns1:schemeClr>
              </ns1:solidFill>
              <ns1:ln>
                <ns1:noFill/>
              </ns1:ln>
            </ns0:spPr>
            <ns0:txBody>
              <ns1:bodyPr/>
              <ns1:lstStyle/>
              <ns1:p>
                <ns1:endParaRPr lang="en-ZA"/>
              </ns1:p>
            </ns0:txBody>
          </ns0:sp>
          <ns0:sp>
            <ns0:nvSpPr>
              <ns0:cNvPr id="151" name="Freeform 36">
                <ns1:extLst>
                  <ns1:ext uri="{FF2B5EF4-FFF2-40B4-BE49-F238E27FC236}">
                    <ns3:creationId id="{3B9DD864-D3B2-4ACE-AEA3-3637CAB0CAA6}"/>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526521" y="1141413"/>
                <ns1:ext cx="157163" cy="155575"/>
              </ns1:xfrm>
              <ns1:custGeom>
                <ns1:avLst/>
                <ns1:gdLst/>
                <ns1:ahLst/>
                <ns1:cxnLst/>
                <ns1:rect l="0" t="0" r="r" b="b"/>
                <ns1:pathLst>
                  <ns1:path w="33" h="33">
                    <ns1:moveTo>
                      <ns1:pt x="17" y="33"/>
                    </ns1:moveTo>
                    <ns1:cubicBezTo>
                      <ns1:pt x="8" y="33"/>
                      <ns1:pt x="0" y="25"/>
                      <ns1:pt x="0" y="16"/>
                    </ns1:cubicBezTo>
                    <ns1:cubicBezTo>
                      <ns1:pt x="0" y="7"/>
                      <ns1:pt x="8" y="0"/>
                      <ns1:pt x="17" y="0"/>
                    </ns1:cubicBezTo>
                    <ns1:cubicBezTo>
                      <ns1:pt x="26" y="0"/>
                      <ns1:pt x="33" y="7"/>
                      <ns1:pt x="33" y="16"/>
                    </ns1:cubicBezTo>
                    <ns1:cubicBezTo>
                      <ns1:pt x="33" y="25"/>
                      <ns1:pt x="26" y="33"/>
                      <ns1:pt x="17" y="33"/>
                    </ns1:cubicBezTo>
                    <ns1:close/>
                    <ns1:moveTo>
                      <ns1:pt x="17" y="4"/>
                    </ns1:moveTo>
                    <ns1:cubicBezTo>
                      <ns1:pt x="10" y="4"/>
                      <ns1:pt x="4" y="9"/>
                      <ns1:pt x="4" y="16"/>
                    </ns1:cubicBezTo>
                    <ns1:cubicBezTo>
                      <ns1:pt x="4" y="23"/>
                      <ns1:pt x="10" y="29"/>
                      <ns1:pt x="17" y="29"/>
                    </ns1:cubicBezTo>
                    <ns1:cubicBezTo>
                      <ns1:pt x="23" y="29"/>
                      <ns1:pt x="29" y="23"/>
                      <ns1:pt x="29" y="16"/>
                    </ns1:cubicBezTo>
                    <ns1:cubicBezTo>
                      <ns1:pt x="29" y="9"/>
                      <ns1:pt x="23"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152" name="Freeform 38">
                <ns1:extLst>
                  <ns1:ext uri="{FF2B5EF4-FFF2-40B4-BE49-F238E27FC236}">
                    <ns3:creationId id="{246E3CE2-00AB-469A-9997-2248EF0DFC10}"/>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389996" y="1792288"/>
                <ns1:ext cx="188913"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153" name="Freeform 39">
                <ns1:extLst>
                  <ns1:ext uri="{FF2B5EF4-FFF2-40B4-BE49-F238E27FC236}">
                    <ns3:creationId id="{BD19BDA6-4E11-4BA7-A26A-285C707861FB}"/>
                  </ns1:ext>
                  <ns1:ext uri="{C183D7F6-B498-43B3-948B-1728B52AA6E4}">
                    <ns4:decorative val="1"/>
                  </ns1:ext>
                </ns1:extLst>
              </ns0:cNvPr>
              <ns0:cNvSpPr/>
              <ns0:nvPr>
                <ns0:extLst>
                  <ns0:ext uri="{386F3935-93C4-4BCD-93E2-E3B085C9AB24}">
                    <ns5:designElem val="1"/>
                  </ns0:ext>
                </ns0:extLst>
              </ns0:nvPr>
            </ns0:nvSpPr>
            <ns0:spPr bwMode="auto">
              <ns1:xfrm flipV="1">
                <ns1:off x="194733" y="0"/>
                <ns1:ext cx="307975" cy="1801813"/>
              </ns1:xfrm>
              <ns1:custGeom>
                <ns1:avLst/>
                <ns1:gdLst/>
                <ns1:ahLst/>
                <ns1:cxnLst/>
                <ns1:rect l="0" t="0" r="r" b="b"/>
                <ns1:pathLst>
                  <ns1:path w="194" h="1135">
                    <ns1:moveTo>
                      <ns1:pt x="18" y="1135"/>
                    </ns1:moveTo>
                    <ns1:lnTo>
                      <ns1:pt x="0" y="1135"/>
                    </ns1:lnTo>
                    <ns1:lnTo>
                      <ns1:pt x="0" y="354"/>
                    </ns1:lnTo>
                    <ns1:lnTo>
                      <ns1:pt x="176" y="177"/>
                    </ns1:lnTo>
                    <ns1:lnTo>
                      <ns1:pt x="176" y="0"/>
                    </ns1:lnTo>
                    <ns1:lnTo>
                      <ns1:pt x="194" y="0"/>
                    </ns1:lnTo>
                    <ns1:lnTo>
                      <ns1:pt x="194" y="183"/>
                    </ns1:lnTo>
                    <ns1:lnTo>
                      <ns1:pt x="18" y="360"/>
                    </ns1:lnTo>
                    <ns1:lnTo>
                      <ns1:pt x="18" y="1135"/>
                    </ns1:lnTo>
                    <ns1:close/>
                  </ns1:path>
                </ns1:pathLst>
              </ns1:custGeom>
              <ns1:solidFill>
                <ns1:schemeClr val="tx2">
                  <ns1:alpha val="80000"/>
                </ns1:schemeClr>
              </ns1:solidFill>
              <ns1:ln>
                <ns1:noFill/>
              </ns1:ln>
            </ns0:spPr>
            <ns0:txBody>
              <ns1:bodyPr/>
              <ns1:lstStyle/>
              <ns1:p>
                <ns1:endParaRPr lang="en-ZA"/>
              </ns1:p>
            </ns0:txBody>
          </ns0:sp>
          <ns0:sp>
            <ns0:nvSpPr>
              <ns0:cNvPr id="154" name="Freeform 40">
                <ns1:extLst>
                  <ns1:ext uri="{FF2B5EF4-FFF2-40B4-BE49-F238E27FC236}">
                    <ns3:creationId id="{EBA7F036-DD38-4295-8985-3D1AB546574F}"/>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602721" y="242888"/>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155" name="Rectangle 41">
                <ns1:extLst>
                  <ns1:ext uri="{FF2B5EF4-FFF2-40B4-BE49-F238E27FC236}">
                    <ns3:creationId id="{D3016A72-4E06-4D97-BA01-41DAE9A938DF}"/>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flipV="1">
                <ns1:off x="693208" y="0"/>
                <ns1:ext cx="23813" cy="252413"/>
              </ns1:xfrm>
              <ns1:prstGeom prst="rect">
                <ns1:avLst/>
              </ns1:prstGeom>
              <ns1:solidFill>
                <ns1:schemeClr val="tx2">
                  <ns1:alpha val="80000"/>
                </ns1:schemeClr>
              </ns1:solidFill>
              <ns1:ln>
                <ns1:noFill/>
              </ns1:ln>
            </ns0:spPr>
            <ns0:txBody>
              <ns1:bodyPr/>
              <ns1:lstStyle/>
              <ns1:p>
                <ns1:endParaRPr lang="en-ZA"/>
              </ns1:p>
            </ns0:txBody>
          </ns0:sp>
        </ns0:grpSp>
      </ns0:grpSp>
      <ns0:sp>
        <ns0:nvSpPr>
          <ns0:cNvPr id="5" name="TextBox 4">
            <ns1:extLst>
              <ns1:ext uri="{FF2B5EF4-FFF2-40B4-BE49-F238E27FC236}">
                <ns3:creationId id="{5AA018BC-17A4-ED60-228B-E3CCA6469911}"/>
              </ns1:ext>
            </ns1:extLst>
          </ns0:cNvPr>
          <ns0:cNvSpPr txBox="1"/>
          <ns0:nvPr/>
        </ns0:nvSpPr>
        <ns0:spPr>
          <ns1:xfrm>
            <ns1:off x="1143001" y="1007533"/>
            <ns1:ext cx="9905998" cy="1092200"/>
          </ns1:xfrm>
          <ns1:prstGeom prst="rect">
            <ns1:avLst/>
          </ns1:prstGeom>
        </ns0:spPr>
        <ns0:txBody>
          <ns1:bodyPr vert="horz" lIns="91440" tIns="45720" rIns="91440" bIns="45720" rtlCol="0" anchor="ctr">
            <ns1:normAutofit/>
          </ns1:bodyPr>
          <ns1:lstStyle/>
          <ns1:p>
            <ns1:pPr algn="ctr" defTabSz="914400">
              <ns1:lnSpc>
                <ns1:spcPct val="90000"/>
              </ns1:lnSpc>
              <ns1:spcBef>
                <ns1:spcPct val="0"/>
              </ns1:spcBef>
              <ns1:spcAft>
                <ns1:spcPts val="600"/>
              </ns1:spcAft>
            </ns1:pPr>
            <ns1:r>
              <ns1:rPr lang="en-US" sz="3600" u="sng" cap="all" dirty="0">
                <ns1:latin typeface="+mj-lt"/>
                <ns1:ea typeface="+mj-ea"/>
                <ns1:cs typeface="+mj-cs"/>
              </ns1:rPr>
              <ns1:t>Contents</ns1:t>
            </ns1:r>
            <ns1:endParaRPr lang="en-US" sz="3600" cap="all" dirty="0">
              <ns1:latin typeface="+mj-lt"/>
              <ns1:ea typeface="+mj-ea"/>
              <ns1:cs typeface="+mj-cs"/>
            </ns1:endParaRPr>
          </ns1:p>
        </ns0:txBody>
      </ns0:sp>
      <ns0:graphicFrame>
        <ns0:nvGraphicFramePr>
          <ns0:cNvPr id="92" name="TextBox 6">
            <ns1:extLst>
              <ns1:ext uri="{FF2B5EF4-FFF2-40B4-BE49-F238E27FC236}">
                <ns3:creationId id="{86EFF672-1A99-6FFF-04B7-4F4E7CC2E7B1}"/>
              </ns1:ext>
            </ns1:extLst>
          </ns0:cNvPr>
          <ns0:cNvGraphicFramePr/>
          <ns0:nvPr>
            <ns0:extLst>
              <ns0:ext uri="{D42A27DB-BD31-4B8C-83A1-F6EECF244321}">
                <ns7:modId val="685255882"/>
              </ns0:ext>
            </ns0:extLst>
          </ns0:nvPr>
        </ns0:nvGraphicFramePr>
        <ns0:xfrm>
          <ns1:off x="1143001" y="2252134"/>
          <ns1:ext cx="9905999" cy="3454399"/>
        </ns0:xfrm>
        <ns1:graphic>
          <ns1:graphicData uri="http://schemas.openxmlformats.org/drawingml/2006/diagram">
            <ns8:relIds ns2:dm="rId5" ns2:lo="rId6" ns2:qs="rId7" ns2:cs="rId8"/>
          </ns1:graphicData>
        </ns1:graphic>
      </ns0:graphicFrame>
    </ns0:spTree>
    <ns0:extLst>
      <ns0:ext uri="{BB962C8B-B14F-4D97-AF65-F5344CB8AC3E}">
        <ns7:creationId val="1196507288"/>
      </ns0:ext>
    </ns0:extLst>
  </ns0:cSld>
  <ns0:clrMapOvr>
    <ns1:masterClrMapping/>
  </ns0:clrMapOvr>
  <ns9:AlternateContent>
    <ns9:Choice Requires="p14">
      <ns0:transition spd="slow" ns7:dur="4000">
        <ns7:vortex dir="r"/>
      </ns0:transition>
    </ns9:Choice>
    <ns9:Fallback>
      <ns0:transition spd="slow">
        <ns0:fade/>
      </ns0:transition>
    </ns9:Fallback>
  </ns9:AlternateContent>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drawing/2016/11/main" xmlns:ns5="http://schemas.microsoft.com/office/powerpoint/2010/main" xmlns:ns6="http://schemas.openxmlformats.org/markup-compatibility/2006" showMasterSp="0">
  <ns0:cSld>
    <ns0:spTree>
      <ns0:nvGrpSpPr>
        <ns0:cNvPr id="1" name=""/>
        <ns0:cNvGrpSpPr/>
        <ns0:nvPr/>
      </ns0:nvGrpSpPr>
      <ns0:grpSpPr>
        <ns1:xfrm>
          <ns1:off x="0" y="0"/>
          <ns1:ext cx="0" cy="0"/>
          <ns1:chOff x="0" y="0"/>
          <ns1:chExt cx="0" cy="0"/>
        </ns1:xfrm>
      </ns0:grpSpPr>
      <ns0:pic>
        <ns0:nvPicPr>
          <ns0:cNvPr id="4" name="Picture 3">
            <ns1:extLst>
              <ns1:ext uri="{FF2B5EF4-FFF2-40B4-BE49-F238E27FC236}">
                <ns2:creationId id="{34DFE82C-C916-5A37-20D4-4D2F52DFA013}"/>
              </ns1:ext>
            </ns1:extLst>
          </ns0:cNvPr>
          <ns0:cNvPicPr>
            <ns1:picLocks noChangeAspect="1"/>
          </ns0:cNvPicPr>
          <ns0:nvPr/>
        </ns0:nvPicPr>
        <ns0:blipFill>
          <ns1:blip ns3:embed="rId2">
            <ns1:alphaModFix/>
            <ns1:extLst>
              <ns1:ext uri="{837473B0-CC2E-450A-ABE3-18F120FF3D39}">
                <ns4:picAttrSrcUrl ns3:id="rId3"/>
              </ns1:ext>
            </ns1:extLst>
          </ns1:blip>
          <ns1:srcRect l="5" r="5"/>
          <ns1:stretch/>
        </ns0:blipFill>
        <ns0:spPr>
          <ns1:xfrm>
            <ns1:off x="3611" y="10"/>
            <ns1:ext cx="12188389" cy="6857990"/>
          </ns1:xfrm>
          <ns1:prstGeom prst="rect">
            <ns1:avLst/>
          </ns1:prstGeom>
        </ns0:spPr>
      </ns0:pic>
      <ns0:sp>
        <ns0:nvSpPr>
          <ns0:cNvPr id="2" name="TextBox 1">
            <ns1:extLst>
              <ns1:ext uri="{FF2B5EF4-FFF2-40B4-BE49-F238E27FC236}">
                <ns2:creationId id="{E0824D73-853C-B888-5ED9-C3AEC8B43209}"/>
              </ns1:ext>
            </ns1:extLst>
          </ns0:cNvPr>
          <ns0:cNvSpPr txBox="1"/>
          <ns0:nvPr/>
        </ns0:nvSpPr>
        <ns0:spPr>
          <ns1:xfrm>
            <ns1:off x="1143001" y="1007533"/>
            <ns1:ext cx="9905998" cy="1092200"/>
          </ns1:xfrm>
          <ns1:prstGeom prst="rect">
            <ns1:avLst/>
          </ns1:prstGeom>
        </ns0:spPr>
        <ns0:txBody>
          <ns1:bodyPr vert="horz" lIns="91440" tIns="45720" rIns="91440" bIns="45720" rtlCol="0" anchor="ctr">
            <ns1:normAutofit/>
          </ns1:bodyPr>
          <ns1:lstStyle/>
          <ns1:p>
            <ns1:pPr algn="ctr" defTabSz="914400">
              <ns1:lnSpc>
                <ns1:spcPct val="90000"/>
              </ns1:lnSpc>
              <ns1:spcBef>
                <ns1:spcPct val="0"/>
              </ns1:spcBef>
              <ns1:spcAft>
                <ns1:spcPts val="600"/>
              </ns1:spcAft>
            </ns1:pPr>
            <ns1:r>
              <ns1:rPr lang="en-US" sz="3600" u="sng" cap="all">
                <ns1:latin typeface="+mj-lt"/>
                <ns1:ea typeface="+mj-ea"/>
                <ns1:cs typeface="+mj-cs"/>
              </ns1:rPr>
              <ns1:t>What is a Linked List</ns1:t>
            </ns1:r>
          </ns1:p>
        </ns0:txBody>
      </ns0:sp>
      <ns0:sp>
        <ns0:nvSpPr>
          <ns0:cNvPr id="3" name="TextBox 2">
            <ns1:extLst>
              <ns1:ext uri="{FF2B5EF4-FFF2-40B4-BE49-F238E27FC236}">
                <ns2:creationId id="{BB9E53C7-096B-6AC6-CF22-FA6A0629B1F1}"/>
              </ns1:ext>
            </ns1:extLst>
          </ns0:cNvPr>
          <ns0:cNvSpPr txBox="1"/>
          <ns0:nvPr/>
        </ns0:nvSpPr>
        <ns0:spPr>
          <ns1:xfrm>
            <ns1:off x="1143001" y="2252134"/>
            <ns1:ext cx="9905999" cy="3454399"/>
          </ns1:xfrm>
          <ns1:prstGeom prst="rect">
            <ns1:avLst/>
          </ns1:prstGeom>
        </ns0:spPr>
        <ns0:txBody>
          <ns1:bodyPr vert="horz" lIns="91440" tIns="45720" rIns="91440" bIns="45720" rtlCol="0" anchor="ctr">
            <ns1:normAutofit/>
          </ns1:bodyPr>
          <ns1:lstStyle/>
          <ns1:p>
            <ns1:pPr indent="-228600" defTabSz="914400">
              <ns1:lnSpc>
                <ns1:spcPct val="120000"/>
              </ns1:lnSpc>
              <ns1:spcAft>
                <ns1:spcPts val="1000"/>
              </ns1:spcAft>
              <ns1:buSzPct val="125000"/>
              <ns1:buFont typeface="Arial" panose="020B0604020202020204" pitchFamily="34" charset="0"/>
              <ns1:buChar char="•"/>
              <ns1:defRPr sz="1800"/>
            </ns1:pPr>
            <ns1:r>
              <ns1:rPr lang="en-US" sz="2000"/>
              <ns1:t>A linked list is a linear data structure made up of connected nodes.</ns1:t>
            </ns1:r>
          </ns1:p>
          <ns1:p>
            <ns1:pPr indent="-228600" defTabSz="914400">
              <ns1:lnSpc>
                <ns1:spcPct val="120000"/>
              </ns1:lnSpc>
              <ns1:spcAft>
                <ns1:spcPts val="1000"/>
              </ns1:spcAft>
              <ns1:buSzPct val="125000"/>
              <ns1:buFont typeface="Arial" panose="020B0604020202020204" pitchFamily="34" charset="0"/>
              <ns1:buChar char="•"/>
              <ns1:defRPr sz="1800"/>
            </ns1:pPr>
            <ns1:r>
              <ns1:rPr lang="en-US" sz="2000"/>
              <ns1:t>Each node stores data and a link/reference to another node.</ns1:t>
            </ns1:r>
          </ns1:p>
          <ns1:p>
            <ns1:pPr indent="-228600" defTabSz="914400">
              <ns1:lnSpc>
                <ns1:spcPct val="120000"/>
              </ns1:lnSpc>
              <ns1:spcAft>
                <ns1:spcPts val="1000"/>
              </ns1:spcAft>
              <ns1:buSzPct val="125000"/>
              <ns1:buFont typeface="Arial" panose="020B0604020202020204" pitchFamily="34" charset="0"/>
              <ns1:buChar char="•"/>
              <ns1:defRPr sz="1800"/>
            </ns1:pPr>
            <ns1:r>
              <ns1:rPr lang="en-US" sz="2000"/>
              <ns1:t>Nodes do not need to occupy contiguous memory locations.</ns1:t>
            </ns1:r>
          </ns1:p>
          <ns1:p>
            <ns1:pPr indent="-228600" defTabSz="914400">
              <ns1:lnSpc>
                <ns1:spcPct val="120000"/>
              </ns1:lnSpc>
              <ns1:spcAft>
                <ns1:spcPts val="1000"/>
              </ns1:spcAft>
              <ns1:buSzPct val="125000"/>
              <ns1:buFont typeface="Arial" panose="020B0604020202020204" pitchFamily="34" charset="0"/>
              <ns1:buChar char="•"/>
              <ns1:defRPr sz="1800"/>
            </ns1:pPr>
            <ns1:r>
              <ns1:rPr lang="en-US" sz="2000"/>
              <ns1:t>The first node is accessed through a pointer/reference called HEAD.</ns1:t>
            </ns1:r>
          </ns1:p>
          <ns1:p>
            <ns1:pPr indent="-228600" defTabSz="914400">
              <ns1:lnSpc>
                <ns1:spcPct val="120000"/>
              </ns1:lnSpc>
              <ns1:spcAft>
                <ns1:spcPts val="1000"/>
              </ns1:spcAft>
              <ns1:buSzPct val="125000"/>
              <ns1:buFont typeface="Arial" panose="020B0604020202020204" pitchFamily="34" charset="0"/>
              <ns1:buChar char="•"/>
              <ns1:defRPr sz="1800"/>
            </ns1:pPr>
            <ns1:r>
              <ns1:rPr lang="en-US" sz="2000"/>
              <ns1:t>The last node points to NULL (or nullptr in modern C++).</ns1:t>
            </ns1:r>
          </ns1:p>
          <ns1:p>
            <ns1:pPr indent="-228600" defTabSz="914400">
              <ns1:lnSpc>
                <ns1:spcPct val="120000"/>
              </ns1:lnSpc>
              <ns1:buSzPct val="125000"/>
              <ns1:buFont typeface="Arial" panose="020B0604020202020204" pitchFamily="34" charset="0"/>
              <ns1:buChar char="•"/>
            </ns1:pPr>
            <ns1:endParaRPr lang="en-US" sz="2000"/>
          </ns1:p>
        </ns0:txBody>
      </ns0:sp>
    </ns0:spTree>
    <ns0:extLst>
      <ns0:ext uri="{BB962C8B-B14F-4D97-AF65-F5344CB8AC3E}">
        <ns5:creationId val="1363372671"/>
      </ns0:ext>
    </ns0:extLst>
  </ns0:cSld>
  <ns0:clrMapOvr>
    <ns1:masterClrMapping/>
  </ns0:clrMapOvr>
  <ns6:AlternateContent>
    <ns6:Choice Requires="p14">
      <ns0:transition spd="slow" ns5:dur="4000">
        <ns5:vortex dir="r"/>
      </ns0:transition>
    </ns6:Choice>
    <ns6:Fallback>
      <ns0:transition spd="slow">
        <ns0:fade/>
      </ns0:transition>
    </ns6:Fallback>
  </ns6:AlternateContent>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xmlns:ns5="http://schemas.openxmlformats.org/markup-compatibility/2006">
  <ns0:cSld>
    <ns0:spTree>
      <ns0:nvGrpSpPr>
        <ns0:cNvPr id="1" name=""/>
        <ns0:cNvGrpSpPr/>
        <ns0:nvPr/>
      </ns0:nvGrpSpPr>
      <ns0:grpSpPr>
        <ns1:xfrm>
          <ns1:off x="0" y="0"/>
          <ns1:ext cx="0" cy="0"/>
          <ns1:chOff x="0" y="0"/>
          <ns1:chExt cx="0" cy="0"/>
        </ns1:xfrm>
      </ns0:grpSpPr>
      <ns0:pic>
        <ns0:nvPicPr>
          <ns0:cNvPr id="8" name="Picture 7" descr="Abstract background of dark mesh">
            <ns1:extLst>
              <ns1:ext uri="{FF2B5EF4-FFF2-40B4-BE49-F238E27FC236}">
                <ns2:creationId id="{A93298D2-435D-427E-E0AE-AAB0FF6EA52D}"/>
              </ns1:ext>
            </ns1:extLst>
          </ns0:cNvPr>
          <ns0:cNvPicPr>
            <ns1:picLocks noChangeAspect="1"/>
          </ns0:cNvPicPr>
          <ns0:nvPr/>
        </ns0:nvPicPr>
        <ns0:blipFill>
          <ns1:blip ns3:embed="rId2"/>
          <ns1:stretch>
            <ns1:fillRect/>
          </ns1:stretch>
        </ns0:blipFill>
        <ns0:spPr>
          <ns1:xfrm>
            <ns1:off x="0" y="-110560"/>
            <ns1:ext cx="12342000" cy="7349560"/>
          </ns1:xfrm>
          <ns1:prstGeom prst="rect">
            <ns1:avLst/>
          </ns1:prstGeom>
        </ns0:spPr>
      </ns0:pic>
      <ns0:sp>
        <ns0:nvSpPr>
          <ns0:cNvPr id="2" name="Title 1">
            <ns1:extLst>
              <ns1:ext uri="{FF2B5EF4-FFF2-40B4-BE49-F238E27FC236}">
                <ns2:creationId id="{18B4B921-B74C-34F2-0294-A664BD0036BE}"/>
              </ns1:ext>
            </ns1:extLst>
          </ns0:cNvPr>
          <ns0:cNvSpPr>
            <ns1:spLocks noGrp="1"/>
          </ns0:cNvSpPr>
          <ns0:nvPr>
            <ns0:ph type="title"/>
          </ns0:nvPr>
        </ns0:nvSpPr>
        <ns0:spPr>
          <ns1:xfrm>
            <ns1:off x="236492" y="442533"/>
            <ns1:ext cx="5934508" cy="1639886"/>
          </ns1:xfrm>
        </ns0:spPr>
        <ns0:txBody>
          <ns1:bodyPr/>
          <ns1:lstStyle/>
          <ns1:p>
            <ns1:r>
              <ns1:rPr lang="en-US" u="sng" dirty="0"/>
              <ns1:t>Nodes and Linked-List Structure</ns1:t>
            </ns1:r>
            <ns1:endParaRPr lang="en-ZA" dirty="0"/>
          </ns1:p>
        </ns0:txBody>
      </ns0:sp>
      <ns0:sp>
        <ns0:nvSpPr>
          <ns0:cNvPr id="5" name="Picture Placeholder 4">
            <ns1:extLst>
              <ns1:ext uri="{FF2B5EF4-FFF2-40B4-BE49-F238E27FC236}">
                <ns2:creationId id="{378A69CA-BD65-B942-A137-502529155D42}"/>
              </ns1:ext>
            </ns1:extLst>
          </ns0:cNvPr>
          <ns0:cNvSpPr>
            <ns1:spLocks noGrp="1"/>
          </ns0:cNvSpPr>
          <ns0:nvPr>
            <ns0:ph type="pic" idx="1"/>
          </ns0:nvPr>
        </ns0:nvSpPr>
        <ns0:spPr>
          <ns1:xfrm flipV="1">
            <ns1:off x="12287710" y="6502402"/>
            <ns1:ext cx="54290" cy="45719"/>
          </ns1:xfrm>
          <ns1:prstGeom prst="round2DiagRect">
            <ns1:avLst>
              <ns1:gd name="adj1" fmla="val 5608"/>
              <ns1:gd name="adj2" fmla="val 43780"/>
            </ns1:avLst>
          </ns1:prstGeom>
        </ns0:spPr>
        <ns0:txBody>
          <ns1:bodyPr>
            <ns1:normAutofit fontScale="25000" lnSpcReduction="20000"/>
          </ns1:bodyPr>
          <ns1:lstStyle/>
          <ns1:p>
            <ns1:endParaRPr lang="en-ZA"/>
          </ns1:p>
        </ns0:txBody>
      </ns0:sp>
      <ns0:sp>
        <ns0:nvSpPr>
          <ns0:cNvPr id="4" name="Text Placeholder 3">
            <ns1:extLst>
              <ns1:ext uri="{FF2B5EF4-FFF2-40B4-BE49-F238E27FC236}">
                <ns2:creationId id="{318395B7-3BC6-29AA-BCDD-A97087E69348}"/>
              </ns1:ext>
            </ns1:extLst>
          </ns0:cNvPr>
          <ns0:cNvSpPr>
            <ns1:spLocks noGrp="1"/>
          </ns0:cNvSpPr>
          <ns0:nvPr>
            <ns0:ph type="body" sz="half" idx="2"/>
          </ns0:nvPr>
        </ns0:nvSpPr>
        <ns0:spPr>
          <ns1:xfrm>
            <ns1:off x="236489" y="2082419"/>
            <ns1:ext cx="5934511" cy="3541714"/>
          </ns1:xfrm>
        </ns0:spPr>
        <ns0:txBody>
          <ns1:bodyPr/>
          <ns1:lstStyle/>
          <ns1:p>
            <ns1:pPr indent="-228600">
              <ns1:lnSpc>
                <ns1:spcPct val="110000"/>
              </ns1:lnSpc>
              <ns1:spcAft>
                <ns1:spcPts val="1000"/>
              </ns1:spcAft>
              <ns1:buFont typeface="Arial" panose="020B0604020202020204" pitchFamily="34" charset="0"/>
              <ns1:buChar char="•"/>
              <ns1:defRPr sz="1800"/>
            </ns1:pPr>
            <ns1:r>
              <ns1:rPr lang="en-US" sz="2000"/>
              <ns1:t>A node is the basic building block of a linked list.</ns1:t>
            </ns1:r>
          </ns1:p>
          <ns1:p>
            <ns1:pPr indent="-228600">
              <ns1:lnSpc>
                <ns1:spcPct val="110000"/>
              </ns1:lnSpc>
              <ns1:spcAft>
                <ns1:spcPts val="1000"/>
              </ns1:spcAft>
              <ns1:buFont typeface="Arial" panose="020B0604020202020204" pitchFamily="34" charset="0"/>
              <ns1:buChar char="•"/>
              <ns1:defRPr sz="1800"/>
            </ns1:pPr>
            <ns1:r>
              <ns1:rPr lang="en-US" sz="2000"/>
              <ns1:t>In a singly linked list, a node contains:</ns1:t>
            </ns1:r>
          </ns1:p>
          <ns1:p>
            <ns1:pPr lvl="1" indent="-228600">
              <ns1:lnSpc>
                <ns1:spcPct val="110000"/>
              </ns1:lnSpc>
              <ns1:spcAft>
                <ns1:spcPts val="1000"/>
              </ns1:spcAft>
              <ns1:buFont typeface="Arial" panose="020B0604020202020204" pitchFamily="34" charset="0"/>
              <ns1:buChar char="•"/>
              <ns1:defRPr sz="1600"/>
            </ns1:pPr>
            <ns1:r>
              <ns1:rPr lang="en-US" sz="2000"/>
              <ns1:t>Data — the value being stored.</ns1:t>
            </ns1:r>
          </ns1:p>
          <ns1:p>
            <ns1:pPr lvl="1" indent="-228600">
              <ns1:lnSpc>
                <ns1:spcPct val="110000"/>
              </ns1:lnSpc>
              <ns1:spcAft>
                <ns1:spcPts val="1000"/>
              </ns1:spcAft>
              <ns1:buFont typeface="Arial" panose="020B0604020202020204" pitchFamily="34" charset="0"/>
              <ns1:buChar char="•"/>
              <ns1:defRPr sz="1600"/>
            </ns1:pPr>
            <ns1:r>
              <ns1:rPr lang="en-US" sz="2000"/>
              <ns1:t>Next — a pointer/reference to the next node.</ns1:t>
            </ns1:r>
          </ns1:p>
          <ns1:p>
            <ns1:pPr indent="-228600">
              <ns1:lnSpc>
                <ns1:spcPct val="110000"/>
              </ns1:lnSpc>
              <ns1:spcAft>
                <ns1:spcPts val="1000"/>
              </ns1:spcAft>
              <ns1:buFont typeface="Arial" panose="020B0604020202020204" pitchFamily="34" charset="0"/>
              <ns1:buChar char="•"/>
              <ns1:defRPr sz="1800"/>
            </ns1:pPr>
            <ns1:r>
              <ns1:rPr lang="en-US" sz="2000"/>
              <ns1:t>HEAD stores the address/reference of the first node.</ns1:t>
            </ns1:r>
          </ns1:p>
          <ns1:p>
            <ns1:endParaRPr lang="en-ZA" dirty="0"/>
          </ns1:p>
        </ns0:txBody>
      </ns0:sp>
      <ns0:pic>
        <ns0:nvPicPr>
          <ns0:cNvPr id="9" name="Content Placeholder 6">
            <ns1:extLst>
              <ns1:ext uri="{FF2B5EF4-FFF2-40B4-BE49-F238E27FC236}">
                <ns2:creationId id="{2558DD23-A0E2-E03F-02D9-CE662A5B8465}"/>
              </ns1:ext>
            </ns1:extLst>
          </ns0:cNvPr>
          <ns0:cNvPicPr>
            <ns1:picLocks noChangeAspect="1"/>
          </ns0:cNvPicPr>
          <ns0:nvPr/>
        </ns0:nvPicPr>
        <ns0:blipFill>
          <ns1:blip ns3:embed="rId3"/>
          <ns1:stretch>
            <ns1:fillRect/>
          </ns1:stretch>
        </ns0:blipFill>
        <ns0:spPr>
          <ns1:xfrm>
            <ns1:off x="6280573" y="934354"/>
            <ns1:ext cx="5456279" cy="4365023"/>
          </ns1:xfrm>
          <ns1:prstGeom prst="round2DiagRect">
            <ns1:avLst>
              <ns1:gd name="adj1" fmla="val 5608"/>
              <ns1:gd name="adj2" fmla="val 0"/>
            </ns1:avLst>
          </ns1:prstGeom>
          <ns1:ln w="19050" cap="sq">
            <ns1:solidFill>
              <ns1:schemeClr val="tx2">
                <ns1:lumMod val="60000"/>
                <ns1:lumOff val="40000"/>
                <ns1:alpha val="60000"/>
              </ns1:schemeClr>
            </ns1:solidFill>
            <ns1:miter lim="800000"/>
          </ns1:ln>
          <ns1:effectLst>
            <ns1:outerShdw blurRad="88900" dist="38100" dir="5400000" algn="t" rotWithShape="0">
              <ns1:prstClr val="black">
                <ns1:alpha val="40000"/>
              </ns1:prstClr>
            </ns1:outerShdw>
          </ns1:effectLst>
        </ns0:spPr>
      </ns0:pic>
    </ns0:spTree>
    <ns0:extLst>
      <ns0:ext uri="{BB962C8B-B14F-4D97-AF65-F5344CB8AC3E}">
        <ns4:creationId val="1865803932"/>
      </ns0:ext>
    </ns0:extLst>
  </ns0:cSld>
  <ns0:clrMapOvr>
    <ns1:masterClrMapping/>
  </ns0:clrMapOvr>
  <ns5:AlternateContent>
    <ns5:Choice Requires="p14">
      <ns0:transition spd="slow" ns4:dur="4000">
        <ns4:vortex dir="r"/>
      </ns0:transition>
    </ns5:Choice>
    <ns5:Fallback>
      <ns0:transition spd="slow">
        <ns0:fade/>
      </ns0:transition>
    </ns5:Fallback>
  </ns5:AlternateContent>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xmlns:ns5="http://schemas.openxmlformats.org/markup-compatibility/2006" showMasterSp="0">
  <ns0:cSld>
    <ns0:spTree>
      <ns0:nvGrpSpPr>
        <ns0:cNvPr id="1" name=""/>
        <ns0:cNvGrpSpPr/>
        <ns0:nvPr/>
      </ns0:nvGrpSpPr>
      <ns0:grpSpPr>
        <ns1:xfrm>
          <ns1:off x="0" y="0"/>
          <ns1:ext cx="0" cy="0"/>
          <ns1:chOff x="0" y="0"/>
          <ns1:chExt cx="0" cy="0"/>
        </ns1:xfrm>
      </ns0:grpSpPr>
      <ns0:pic>
        <ns0:nvPicPr>
          <ns0:cNvPr id="19" name="Picture 18" descr="Network Technology Background">
            <ns1:extLst>
              <ns1:ext uri="{FF2B5EF4-FFF2-40B4-BE49-F238E27FC236}">
                <ns2:creationId id="{C4161D9B-0A8B-7A4B-6C59-E8AE2A522C52}"/>
              </ns1:ext>
            </ns1:extLst>
          </ns0:cNvPr>
          <ns0:cNvPicPr>
            <ns1:picLocks noChangeAspect="1"/>
          </ns0:cNvPicPr>
          <ns0:nvPr/>
        </ns0:nvPicPr>
        <ns0:blipFill>
          <ns1:blip ns3:embed="rId2"/>
          <ns1:stretch>
            <ns1:fillRect/>
          </ns1:stretch>
        </ns0:blipFill>
        <ns0:spPr>
          <ns1:xfrm>
            <ns1:off x="4319" y="-435428"/>
            <ns1:ext cx="16413553" cy="9321356"/>
          </ns1:xfrm>
          <ns1:prstGeom prst="rect">
            <ns1:avLst/>
          </ns1:prstGeom>
        </ns0:spPr>
      </ns0:pic>
      <ns0:sp>
        <ns0:nvSpPr>
          <ns0:cNvPr id="2" name="Title 1">
            <ns1:extLst>
              <ns1:ext uri="{FF2B5EF4-FFF2-40B4-BE49-F238E27FC236}">
                <ns2:creationId id="{EC0B5A22-B89C-A6C8-8A10-398BBDEE583E}"/>
              </ns1:ext>
            </ns1:extLst>
          </ns0:cNvPr>
          <ns0:cNvSpPr>
            <ns1:spLocks noGrp="1"/>
          </ns0:cNvSpPr>
          <ns0:nvPr>
            <ns0:ph type="title"/>
          </ns0:nvPr>
        </ns0:nvSpPr>
        <ns0:spPr>
          <ns1:xfrm>
            <ns1:off x="1141413" y="93133"/>
            <ns1:ext cx="9905998" cy="1086115"/>
          </ns1:xfrm>
        </ns0:spPr>
        <ns0:txBody>
          <ns1:bodyPr>
            <ns1:normAutofit/>
          </ns1:bodyPr>
          <ns1:lstStyle/>
          <ns1:p>
            <ns1:pPr algn="ctr"/>
            <ns1:r>
              <ns1:rPr lang="en-US" u="sng" dirty="0"/>
              <ns1:t>Types of Linked Lists</ns1:t>
            </ns1:r>
            <ns1:br>
              <ns1:rPr lang="en-US" dirty="0"/>
            </ns1:br>
            <ns1:endParaRPr lang="en-ZA" dirty="0"/>
          </ns1:p>
        </ns0:txBody>
      </ns0:sp>
      <ns0:sp>
        <ns0:nvSpPr>
          <ns0:cNvPr id="3" name="Text Placeholder 2">
            <ns1:extLst>
              <ns1:ext uri="{FF2B5EF4-FFF2-40B4-BE49-F238E27FC236}">
                <ns2:creationId id="{B8FF065A-DE40-1C38-E52D-D80A848BD543}"/>
              </ns1:ext>
            </ns1:extLst>
          </ns0:cNvPr>
          <ns0:cNvSpPr>
            <ns1:spLocks noGrp="1"/>
          </ns0:cNvSpPr>
          <ns0:nvPr>
            <ns0:ph type="body" idx="1"/>
          </ns0:nvPr>
        </ns0:nvSpPr>
        <ns0:spPr>
          <ns1:xfrm>
            <ns1:off x="1129577" y="2007042"/>
            <ns1:ext cx="3196899" cy="685800"/>
          </ns1:xfrm>
        </ns0:spPr>
        <ns0:txBody>
          <ns1:bodyPr/>
          <ns1:lstStyle/>
          <ns1:p>
            <ns1:r>
              <ns1:rPr lang="en-ZA" dirty="0"/>
              <ns1:t>Singly Linked Lists</ns1:t>
            </ns1:r>
          </ns1:p>
        </ns0:txBody>
      </ns0:sp>
      <ns0:sp>
        <ns0:nvSpPr>
          <ns0:cNvPr id="4" name="Text Placeholder 3">
            <ns1:extLst>
              <ns1:ext uri="{FF2B5EF4-FFF2-40B4-BE49-F238E27FC236}">
                <ns2:creationId id="{84C09B4E-3F65-6C6B-8B5B-3AF4999610BE}"/>
              </ns1:ext>
            </ns1:extLst>
          </ns0:cNvPr>
          <ns0:cNvSpPr>
            <ns1:spLocks noGrp="1"/>
          </ns0:cNvSpPr>
          <ns0:nvPr>
            <ns0:ph type="body" sz="half" idx="15"/>
          </ns0:nvPr>
        </ns0:nvSpPr>
        <ns0:spPr>
          <ns1:xfrm>
            <ns1:off x="1139511" y="2797268"/>
            <ns1:ext cx="3208735" cy="3637840"/>
          </ns1:xfrm>
        </ns0:spPr>
        <ns0:txBody>
          <ns1:bodyPr>
            <ns1:normAutofit fontScale="25000" lnSpcReduction="20000"/>
          </ns1:bodyPr>
          <ns1:lstStyle/>
          <ns1:p>
            <ns1:r>
              <ns1:rPr lang="en-US" sz="4400" b="1" u="sng" dirty="0"/>
              <ns1:t>The typical operations on a singly linked list are:</ns1:t>
            </ns1:r>
          </ns1:p>
          <ns1:p>
            <ns1:r>
              <ns1:rPr lang="en-US" sz="4000" dirty="0"/>
              <ns1:t>1. Initialize the list (to an empty state). </ns1:t>
            </ns1:r>
          </ns1:p>
          <ns1:p>
            <ns1:r>
              <ns1:rPr lang="en-US" sz="4000" dirty="0"/>
              <ns1:t>2. Determine if the list is empty. </ns1:t>
            </ns1:r>
          </ns1:p>
          <ns1:p>
            <ns1:r>
              <ns1:rPr lang="en-US" sz="4000" dirty="0"/>
              <ns1:t>3. Traverse the list (visit each node sequentially). </ns1:t>
            </ns1:r>
          </ns1:p>
          <ns1:p>
            <ns1:r>
              <ns1:rPr lang="en-US" sz="4000" dirty="0"/>
              <ns1:t>4. Insert an item in the list. </ns1:t>
            </ns1:r>
          </ns1:p>
          <ns1:p>
            <ns1:r>
              <ns1:rPr lang="en-US" sz="4000" dirty="0"/>
              <ns1:t>5. Delete an item from the list. </ns1:t>
            </ns1:r>
          </ns1:p>
          <ns1:p>
            <ns1:r>
              <ns1:rPr lang="en-US" sz="4000" dirty="0"/>
              <ns1:t>6. Search the list for a given item. </ns1:t>
            </ns1:r>
          </ns1:p>
          <ns1:p>
            <ns1:r>
              <ns1:rPr lang="en-US" sz="4000" dirty="0"/>
              <ns1:t>7. Update an item in the list. </ns1:t>
            </ns1:r>
          </ns1:p>
          <ns1:p>
            <ns1:r>
              <ns1:rPr lang="en-US" sz="4000" dirty="0"/>
              <ns1:t>8. Sort the list (in ascending or descending order). </ns1:t>
            </ns1:r>
          </ns1:p>
          <ns1:p>
            <ns1:r>
              <ns1:rPr lang="en-US" sz="4000" dirty="0"/>
              <ns1:t>9. Reverse the list. </ns1:t>
            </ns1:r>
          </ns1:p>
          <ns1:p>
            <ns1:r>
              <ns1:rPr lang="en-US" sz="4000" dirty="0"/>
              <ns1:t>10. Find the length of the list. </ns1:t>
            </ns1:r>
          </ns1:p>
          <ns1:p>
            <ns1:r>
              <ns1:rPr lang="en-US" sz="4000" dirty="0"/>
              <ns1:t>11. Copy the list.                        </ns1:t>
            </ns1:r>
          </ns1:p>
          <ns1:p>
            <ns1:r>
              <ns1:rPr lang="en-US" sz="4000" dirty="0"/>
              <ns1:t>12. Destroy the list. </ns1:t>
            </ns1:r>
          </ns1:p>
          <ns1:p>
            <ns1:endParaRPr lang="en-ZA" sz="1600" dirty="0"/>
          </ns1:p>
          <ns1:p>
            <ns1:r>
              <ns1:rPr lang="en-ZA" dirty="0"/>
              <ns1:t> </ns1:t>
            </ns1:r>
          </ns1:p>
          <ns1:p>
            <ns1:endParaRPr lang="en-ZA" dirty="0"/>
          </ns1:p>
        </ns0:txBody>
      </ns0:sp>
      <ns0:sp>
        <ns0:nvSpPr>
          <ns0:cNvPr id="5" name="Text Placeholder 4">
            <ns1:extLst>
              <ns1:ext uri="{FF2B5EF4-FFF2-40B4-BE49-F238E27FC236}">
                <ns2:creationId id="{991C014B-9023-CEB0-8858-5114688DF521}"/>
              </ns1:ext>
            </ns1:extLst>
          </ns0:cNvPr>
          <ns0:cNvSpPr>
            <ns1:spLocks noGrp="1"/>
          </ns0:cNvSpPr>
          <ns0:nvPr>
            <ns0:ph type="body" sz="quarter" idx="3"/>
          </ns0:nvPr>
        </ns0:nvSpPr>
        <ns0:spPr>
          <ns1:xfrm>
            <ns1:off x="4515658" y="2007042"/>
            <ns1:ext cx="3184385" cy="685800"/>
          </ns1:xfrm>
        </ns0:spPr>
        <ns0:txBody>
          <ns1:bodyPr/>
          <ns1:lstStyle/>
          <ns1:p>
            <ns1:r>
              <ns1:rPr lang="en-ZA" dirty="0"/>
              <ns1:t>Doubly Linked Lists</ns1:t>
            </ns1:r>
          </ns1:p>
        </ns0:txBody>
      </ns0:sp>
      <ns0:sp>
        <ns0:nvSpPr>
          <ns0:cNvPr id="6" name="Text Placeholder 5">
            <ns1:extLst>
              <ns1:ext uri="{FF2B5EF4-FFF2-40B4-BE49-F238E27FC236}">
                <ns2:creationId id="{5ABE2021-FCA5-777A-D948-199A7BCD7AB6}"/>
              </ns1:ext>
            </ns1:extLst>
          </ns0:cNvPr>
          <ns0:cNvSpPr>
            <ns1:spLocks noGrp="1"/>
          </ns0:cNvSpPr>
          <ns0:nvPr>
            <ns0:ph type="body" sz="half" idx="16"/>
          </ns0:nvPr>
        </ns0:nvSpPr>
        <ns0:spPr>
          <ns1:xfrm>
            <ns1:off x="4509935" y="2797268"/>
            <ns1:ext cx="3195830" cy="3637840"/>
          </ns1:xfrm>
        </ns0:spPr>
        <ns0:txBody>
          <ns1:bodyPr>
            <ns1:normAutofit fontScale="77500" lnSpcReduction="20000"/>
          </ns1:bodyPr>
          <ns1:lstStyle/>
          <ns1:p>
            <ns1:r>
              <ns1:rPr lang="en-ZA" b="1" u="sng" dirty="0"/>
              <ns1:t>The typical operations on a doubly linked list are: </ns1:t>
            </ns1:r>
            <ns1:endParaRPr lang="en-ZA" dirty="0"/>
          </ns1:p>
          <ns1:p>
            <ns1:r>
              <ns1:rPr lang="en-ZA" dirty="0"/>
              <ns1:t>1. Initialize the list.</ns1:t>
            </ns1:r>
          </ns1:p>
          <ns1:p>
            <ns1:r>
              <ns1:rPr lang="en-ZA" dirty="0"/>
              <ns1:t>2. Destroy the list.</ns1:t>
            </ns1:r>
          </ns1:p>
          <ns1:p>
            <ns1:r>
              <ns1:rPr lang="en-ZA" dirty="0"/>
              <ns1:t>3. Determine whether the list is empty. </ns1:t>
            </ns1:r>
          </ns1:p>
          <ns1:p>
            <ns1:r>
              <ns1:rPr lang="en-ZA" dirty="0"/>
              <ns1:t>4. Search the list for a given item.</ns1:t>
            </ns1:r>
          </ns1:p>
          <ns1:p>
            <ns1:r>
              <ns1:rPr lang="en-ZA" dirty="0"/>
              <ns1:t>5. Retrieve the first element of the list. </ns1:t>
            </ns1:r>
          </ns1:p>
          <ns1:p>
            <ns1:r>
              <ns1:rPr lang="en-ZA" dirty="0"/>
              <ns1:t>6. Retrieve the last element of the list.</ns1:t>
            </ns1:r>
          </ns1:p>
          <ns1:p>
            <ns1:r>
              <ns1:rPr lang="en-ZA" dirty="0"/>
              <ns1:t>7. Insert an item in the list. </ns1:t>
            </ns1:r>
          </ns1:p>
          <ns1:p>
            <ns1:r>
              <ns1:rPr lang="en-ZA" dirty="0"/>
              <ns1:t>8. Delete an item from the list. </ns1:t>
            </ns1:r>
          </ns1:p>
          <ns1:p>
            <ns1:r>
              <ns1:rPr lang="en-ZA" dirty="0"/>
              <ns1:t>9. Find the length of the list.</ns1:t>
            </ns1:r>
          </ns1:p>
          <ns1:p>
            <ns1:r>
              <ns1:rPr lang="en-ZA" dirty="0"/>
              <ns1:t>10. Print the list.                 </ns1:t>
            </ns1:r>
          </ns1:p>
          <ns1:p>
            <ns1:r>
              <ns1:rPr lang="en-ZA" dirty="0"/>
              <ns1:t>11. Make a copy of the doubly linked list</ns1:t>
            </ns1:r>
          </ns1:p>
          <ns1:p>
            <ns1:endParaRPr lang="en-ZA" dirty="0"/>
          </ns1:p>
        </ns0:txBody>
      </ns0:sp>
      <ns0:sp>
        <ns0:nvSpPr>
          <ns0:cNvPr id="7" name="Text Placeholder 6">
            <ns1:extLst>
              <ns1:ext uri="{FF2B5EF4-FFF2-40B4-BE49-F238E27FC236}">
                <ns2:creationId id="{AEA63A83-BB60-E588-A19C-D11C26856DA5}"/>
              </ns1:ext>
            </ns1:extLst>
          </ns0:cNvPr>
          <ns0:cNvSpPr>
            <ns1:spLocks noGrp="1"/>
          </ns0:cNvSpPr>
          <ns0:nvPr>
            <ns0:ph type="body" sz="quarter" idx="13"/>
          </ns0:nvPr>
        </ns0:nvSpPr>
        <ns0:spPr>
          <ns1:xfrm>
            <ns1:off x="7852442" y="2007042"/>
            <ns1:ext cx="3194968" cy="685800"/>
          </ns1:xfrm>
        </ns0:spPr>
        <ns0:txBody>
          <ns1:bodyPr/>
          <ns1:lstStyle/>
          <ns1:p>
            <ns1:r>
              <ns1:rPr lang="en-ZA" dirty="0"/>
              <ns1:t>Circular Linked Lists</ns1:t>
            </ns1:r>
          </ns1:p>
        </ns0:txBody>
      </ns0:sp>
      <ns0:sp>
        <ns0:nvSpPr>
          <ns0:cNvPr id="8" name="Text Placeholder 7">
            <ns1:extLst>
              <ns1:ext uri="{FF2B5EF4-FFF2-40B4-BE49-F238E27FC236}">
                <ns2:creationId id="{58B66258-D4A6-BDAA-0FB8-5436BB9FA31B}"/>
              </ns1:ext>
            </ns1:extLst>
          </ns0:cNvPr>
          <ns0:cNvSpPr>
            <ns1:spLocks noGrp="1"/>
          </ns0:cNvSpPr>
          <ns0:nvPr>
            <ns0:ph type="body" sz="half" idx="17"/>
          </ns0:nvPr>
        </ns0:nvSpPr>
        <ns0:spPr>
          <ns1:xfrm>
            <ns1:off x="7867454" y="2797268"/>
            <ns1:ext cx="3194968" cy="3618927"/>
          </ns1:xfrm>
        </ns0:spPr>
        <ns0:txBody>
          <ns1:bodyPr>
            <ns1:normAutofit/>
          </ns1:bodyPr>
          <ns1:lstStyle/>
          <ns1:p>
            <ns1:r>
              <ns1:rPr lang="en-ZA" sz="1100" b="1" u="sng" dirty="0"/>
              <ns1:t>The typical operations on a circular linked list are: </ns1:t>
            </ns1:r>
            <ns1:endParaRPr lang="en-ZA" sz="1100" dirty="0"/>
          </ns1:p>
          <ns1:p>
            <ns1:r>
              <ns1:rPr lang="en-ZA" sz="1100" dirty="0"/>
              <ns1:t>1. Initialize the list (to an empty state). </ns1:t>
            </ns1:r>
          </ns1:p>
          <ns1:p>
            <ns1:r>
              <ns1:rPr lang="en-ZA" sz="1100" dirty="0"/>
              <ns1:t>2. Determine if the list is empty. </ns1:t>
            </ns1:r>
          </ns1:p>
          <ns1:p>
            <ns1:r>
              <ns1:rPr lang="en-ZA" sz="1100" dirty="0"/>
              <ns1:t>3. Destroy the list. </ns1:t>
            </ns1:r>
          </ns1:p>
          <ns1:p>
            <ns1:r>
              <ns1:rPr lang="en-ZA" sz="1100" dirty="0"/>
              <ns1:t>4. Print the list. </ns1:t>
            </ns1:r>
          </ns1:p>
          <ns1:p>
            <ns1:r>
              <ns1:rPr lang="en-ZA" sz="1100" dirty="0"/>
              <ns1:t>5. Find the length of the list.</ns1:t>
            </ns1:r>
          </ns1:p>
          <ns1:p>
            <ns1:r>
              <ns1:rPr lang="en-ZA" sz="1100" dirty="0"/>
              <ns1:t>6. Search the list for a given item. </ns1:t>
            </ns1:r>
          </ns1:p>
          <ns1:p>
            <ns1:r>
              <ns1:rPr lang="en-ZA" sz="1100" dirty="0"/>
              <ns1:t>7. Insert an item in the list. </ns1:t>
            </ns1:r>
          </ns1:p>
          <ns1:p>
            <ns1:r>
              <ns1:rPr lang="en-ZA" sz="1100" dirty="0"/>
              <ns1:t>8. Delete an item from the list.</ns1:t>
            </ns1:r>
          </ns1:p>
          <ns1:p>
            <ns1:r>
              <ns1:rPr lang="en-ZA" sz="1100" dirty="0"/>
              <ns1:t>9. Copy the list           </ns1:t>
            </ns1:r>
          </ns1:p>
          <ns1:p>
            <ns1:endParaRPr lang="en-ZA" sz="1100" dirty="0"/>
          </ns1:p>
        </ns0:txBody>
      </ns0:sp>
      <ns0:sp>
        <ns0:nvSpPr>
          <ns0:cNvPr id="10" name="TextBox 9">
            <ns1:extLst>
              <ns1:ext uri="{FF2B5EF4-FFF2-40B4-BE49-F238E27FC236}">
                <ns2:creationId id="{894EC831-3376-FD59-4C9C-F2D9444A2D76}"/>
              </ns1:ext>
            </ns1:extLst>
          </ns0:cNvPr>
          <ns0:cNvSpPr txBox="1"/>
          <ns0:nvPr/>
        </ns0:nvSpPr>
        <ns0:spPr>
          <ns1:xfrm>
            <ns1:off x="1031013" y="836466"/>
            <ns1:ext cx="10031410" cy="923330"/>
          </ns1:xfrm>
          <ns1:prstGeom prst="rect">
            <ns1:avLst/>
          </ns1:prstGeom>
          <ns1:noFill/>
        </ns0:spPr>
        <ns0:txBody>
          <ns1:bodyPr wrap="square" rtlCol="0">
            <ns1:spAutoFit/>
          </ns1:bodyPr>
          <ns1:lstStyle/>
          <ns1:p>
            <ns1:r>
              <ns1:rPr lang="en-ZA" dirty="0"/>
              <ns1:t>Linked lists fall into two categories: </ns1:t>
            </ns1:r>
            <ns1:r>
              <ns1:rPr lang="en-ZA" b="1" dirty="0"/>
              <ns1:t>ordered lists </ns1:t>
            </ns1:r>
            <ns1:r>
              <ns1:rPr lang="en-ZA" dirty="0"/>
              <ns1:t>and</ns1:t>
            </ns1:r>
            <ns1:r>
              <ns1:rPr lang="en-ZA" b="1" dirty="0"/>
              <ns1:t> unordered lists. </ns1:t>
            </ns1:r>
            <ns1:r>
              <ns1:rPr lang="en-ZA" dirty="0"/>
              <ns1:t>These domains describe how nodes can be arranged. Ordered lists are where nodes(elements) are organised based on a specific rule or order. Unordered lists are where the elements have no fixed arrangement</ns1:t>
            </ns1:r>
          </ns1:p>
        </ns0:txBody>
      </ns0:sp>
      <ns0:pic>
        <ns0:nvPicPr>
          <ns0:cNvPr id="12" name="Picture 11">
            <ns1:extLst>
              <ns1:ext uri="{FF2B5EF4-FFF2-40B4-BE49-F238E27FC236}">
                <ns2:creationId id="{78E9102B-599D-0653-D1F9-D26EDC148B13}"/>
              </ns1:ext>
            </ns1:extLst>
          </ns0:cNvPr>
          <ns0:cNvPicPr>
            <ns1:picLocks noChangeAspect="1"/>
          </ns0:cNvPicPr>
          <ns0:nvPr/>
        </ns0:nvPicPr>
        <ns0:blipFill>
          <ns1:blip ns3:embed="rId3"/>
          <ns1:stretch>
            <ns1:fillRect/>
          </ns1:stretch>
        </ns0:blipFill>
        <ns0:spPr>
          <ns1:xfrm>
            <ns1:off x="1981066" y="5811095"/>
            <ns1:ext cx="2130348" cy="475529"/>
          </ns1:xfrm>
          <ns1:prstGeom prst="rect">
            <ns1:avLst/>
          </ns1:prstGeom>
        </ns0:spPr>
      </ns0:pic>
      <ns0:pic>
        <ns0:nvPicPr>
          <ns0:cNvPr id="14" name="Picture 13">
            <ns1:extLst>
              <ns1:ext uri="{FF2B5EF4-FFF2-40B4-BE49-F238E27FC236}">
                <ns2:creationId id="{6C9336D1-A35E-ACDC-CFC7-833C12277D97}"/>
              </ns1:ext>
            </ns1:extLst>
          </ns0:cNvPr>
          <ns0:cNvPicPr>
            <ns1:picLocks noChangeAspect="1"/>
          </ns0:cNvPicPr>
          <ns0:nvPr/>
        </ns0:nvPicPr>
        <ns0:blipFill>
          <ns1:blip ns3:embed="rId4"/>
          <ns1:stretch>
            <ns1:fillRect/>
          </ns1:stretch>
        </ns0:blipFill>
        <ns0:spPr>
          <ns1:xfrm>
            <ns1:off x="5548192" y="5689874"/>
            <ns1:ext cx="2067418" cy="481626"/>
          </ns1:xfrm>
          <ns1:prstGeom prst="rect">
            <ns1:avLst/>
          </ns1:prstGeom>
        </ns0:spPr>
      </ns0:pic>
      <ns0:pic>
        <ns0:nvPicPr>
          <ns0:cNvPr id="16" name="Picture 15">
            <ns1:extLst>
              <ns1:ext uri="{FF2B5EF4-FFF2-40B4-BE49-F238E27FC236}">
                <ns2:creationId id="{88F3A4E0-154A-FEC4-E2CC-A05F1336847E}"/>
              </ns1:ext>
            </ns1:extLst>
          </ns0:cNvPr>
          <ns0:cNvPicPr>
            <ns1:picLocks noChangeAspect="1"/>
          </ns0:cNvPicPr>
          <ns0:nvPr/>
        </ns0:nvPicPr>
        <ns0:blipFill>
          <ns1:blip ns3:embed="rId5"/>
          <ns1:stretch>
            <ns1:fillRect/>
          </ns1:stretch>
        </ns0:blipFill>
        <ns0:spPr>
          <ns1:xfrm>
            <ns1:off x="8563051" y="5710467"/>
            <ns1:ext cx="2772225" cy="576157"/>
          </ns1:xfrm>
          <ns1:prstGeom prst="rect">
            <ns1:avLst/>
          </ns1:prstGeom>
        </ns0:spPr>
      </ns0:pic>
    </ns0:spTree>
    <ns0:extLst>
      <ns0:ext uri="{BB962C8B-B14F-4D97-AF65-F5344CB8AC3E}">
        <ns4:creationId val="2500252979"/>
      </ns0:ext>
    </ns0:extLst>
  </ns0:cSld>
  <ns0:clrMapOvr>
    <ns1:masterClrMapping/>
  </ns0:clrMapOvr>
  <ns5:AlternateContent>
    <ns5:Choice Requires="p14">
      <ns0:transition spd="slow" ns4:dur="4000">
        <ns4:vortex dir="r"/>
      </ns0:transition>
    </ns5:Choice>
    <ns5:Fallback>
      <ns0:transition spd="slow">
        <ns0:fade/>
      </ns0:transition>
    </ns5:Fallback>
  </ns5:AlternateContent>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drawing/2016/11/main" xmlns:ns5="http://schemas.microsoft.com/office/powerpoint/2010/main" xmlns:ns6="http://schemas.openxmlformats.org/markup-compatibility/2006" showMasterSp="0">
  <ns0:cSld>
    <ns0:spTree>
      <ns0:nvGrpSpPr>
        <ns0:cNvPr id="1" name=""/>
        <ns0:cNvGrpSpPr/>
        <ns0:nvPr/>
      </ns0:nvGrpSpPr>
      <ns0:grpSpPr>
        <ns1:xfrm>
          <ns1:off x="0" y="0"/>
          <ns1:ext cx="0" cy="0"/>
          <ns1:chOff x="0" y="0"/>
          <ns1:chExt cx="0" cy="0"/>
        </ns1:xfrm>
      </ns0:grpSpPr>
      <ns0:pic>
        <ns0:nvPicPr>
          <ns0:cNvPr id="53" name="Picture 52">
            <ns1:extLst>
              <ns1:ext uri="{FF2B5EF4-FFF2-40B4-BE49-F238E27FC236}">
                <ns2:creationId id="{E8B6F126-138C-EB9B-AC5C-F1015CC3CAA2}"/>
              </ns1:ext>
            </ns1:extLst>
          </ns0:cNvPr>
          <ns0:cNvPicPr>
            <ns1:picLocks noChangeAspect="1"/>
          </ns0:cNvPicPr>
          <ns0:nvPr/>
        </ns0:nvPicPr>
        <ns0:blipFill>
          <ns1:blip ns3:embed="rId2">
            <ns1:extLst>
              <ns1:ext uri="{837473B0-CC2E-450A-ABE3-18F120FF3D39}">
                <ns4:picAttrSrcUrl ns3:id="rId3"/>
              </ns1:ext>
            </ns1:extLst>
          </ns1:blip>
          <ns1:srcRect/>
          <ns1:stretch/>
        </ns0:blipFill>
        <ns0:spPr>
          <ns1:xfrm>
            <ns1:off x="-26501" y="0"/>
            <ns1:ext cx="12206904" cy="6858000"/>
          </ns1:xfrm>
          <ns1:prstGeom prst="rect">
            <ns1:avLst/>
          </ns1:prstGeom>
        </ns0:spPr>
      </ns0:pic>
      <ns0:sp>
        <ns0:nvSpPr>
          <ns0:cNvPr id="2" name="Title 1">
            <ns1:extLst>
              <ns1:ext uri="{FF2B5EF4-FFF2-40B4-BE49-F238E27FC236}">
                <ns2:creationId id="{D3549D94-95BE-2A8A-5952-9A95CBDACB35}"/>
              </ns1:ext>
            </ns1:extLst>
          </ns0:cNvPr>
          <ns0:cNvSpPr>
            <ns1:spLocks noGrp="1"/>
          </ns0:cNvSpPr>
          <ns0:nvPr>
            <ns0:ph type="title"/>
          </ns0:nvPr>
        </ns0:nvSpPr>
        <ns0:spPr>
          <ns1:xfrm>
            <ns1:off x="1141413" y="618518"/>
            <ns1:ext cx="9905998" cy="1478570"/>
          </ns1:xfrm>
        </ns0:spPr>
        <ns0:txBody>
          <ns1:bodyPr vert="horz" lIns="91440" tIns="45720" rIns="91440" bIns="45720" rtlCol="0" anchor="ctr">
            <ns1:normAutofit/>
          </ns1:bodyPr>
          <ns1:lstStyle/>
          <ns1:p>
            <ns1:pPr algn="ctr"/>
            <ns1:r>
              <ns1:rPr lang="en-US" sz="3600" u="sng" dirty="0"/>
              <ns1:t>Traversal</ns1:t>
            </ns1:r>
            <ns1:br>
              <ns1:rPr lang="en-US" sz="3600" dirty="0"/>
            </ns1:br>
            <ns1:endParaRPr lang="en-US" sz="3600" dirty="0"/>
          </ns1:p>
        </ns0:txBody>
      </ns0:sp>
      <ns0:pic>
        <ns0:nvPicPr>
          <ns0:cNvPr id="6" name="Content Placeholder 5">
            <ns1:extLst>
              <ns1:ext uri="{FF2B5EF4-FFF2-40B4-BE49-F238E27FC236}">
                <ns2:creationId id="{D071173F-791E-77AB-DE70-DCC012D6E066}"/>
              </ns1:ext>
            </ns1:extLst>
          </ns0:cNvPr>
          <ns0:cNvPicPr>
            <ns1:picLocks noGrp="1" noChangeAspect="1"/>
          </ns0:cNvPicPr>
          <ns0:nvPr>
            <ns0:ph idx="1"/>
          </ns0:nvPr>
        </ns0:nvPicPr>
        <ns0:blipFill>
          <ns1:blip ns3:embed="rId4"/>
          <ns1:stretch>
            <ns1:fillRect/>
          </ns1:stretch>
        </ns0:blipFill>
        <ns0:spPr>
          <ns1:xfrm>
            <ns1:off x="1141411" y="2249487"/>
            <ns1:ext cx="4689234" cy="3140564"/>
          </ns1:xfrm>
          <ns1:prstGeom prst="round2DiagRect">
            <ns1:avLst>
              <ns1:gd name="adj1" fmla="val 5608"/>
              <ns1:gd name="adj2" fmla="val 0"/>
            </ns1:avLst>
          </ns1:prstGeom>
          <ns1:ln w="19050" cap="sq">
            <ns1:solidFill>
              <ns1:schemeClr val="tx2">
                <ns1:lumMod val="60000"/>
                <ns1:lumOff val="40000"/>
                <ns1:alpha val="60000"/>
              </ns1:schemeClr>
            </ns1:solidFill>
            <ns1:miter lim="800000"/>
          </ns1:ln>
          <ns1:effectLst>
            <ns1:outerShdw blurRad="88900" dist="38100" dir="5400000" algn="t" rotWithShape="0">
              <ns1:prstClr val="black">
                <ns1:alpha val="40000"/>
              </ns1:prstClr>
            </ns1:outerShdw>
          </ns1:effectLst>
        </ns0:spPr>
      </ns0:pic>
      <ns0:sp>
        <ns0:nvSpPr>
          <ns0:cNvPr id="4" name="Text Placeholder 3">
            <ns1:extLst>
              <ns1:ext uri="{FF2B5EF4-FFF2-40B4-BE49-F238E27FC236}">
                <ns2:creationId id="{EB8F2B8F-ADD4-9639-F259-3C726C19FA69}"/>
              </ns1:ext>
            </ns1:extLst>
          </ns0:cNvPr>
          <ns0:cNvSpPr>
            <ns1:spLocks noGrp="1"/>
          </ns0:cNvSpPr>
          <ns0:nvPr>
            <ns0:ph type="body" sz="half" idx="2"/>
          </ns0:nvPr>
        </ns0:nvSpPr>
        <ns0:spPr>
          <ns1:xfrm>
            <ns1:off x="6336727" y="2249487"/>
            <ns1:ext cx="4710683" cy="3541714"/>
          </ns1:xfrm>
        </ns0:spPr>
        <ns0:txBody>
          <ns1:bodyPr vert="horz" lIns="91440" tIns="45720" rIns="91440" bIns="45720" rtlCol="0">
            <ns1:normAutofit/>
          </ns1:bodyPr>
          <ns1:lstStyle/>
          <ns1:p>
            <ns1:pPr marL="0" marR="0" lvl="0" indent="-228600" fontAlgn="auto">
              <ns1:spcBef>
                <ns1:spcPts val="0"/>
              </ns1:spcBef>
              <ns1:spcAft>
                <ns1:spcPts val="1000"/>
              </ns1:spcAft>
              <ns1:buClrTx/>
              <ns1:buFont typeface="Arial" panose="020B0604020202020204" pitchFamily="34" charset="0"/>
              <ns1:buChar char="•"/>
              <ns1:tabLst/>
              <ns1:defRPr sz="1800"/>
            </ns1:pPr>
            <ns1:r>
              <ns1:rPr kumimoji="0" lang="en-US" b="0" i="0" u="none" strike="noStrike" cap="none" spc="0" normalizeH="0" baseline="0" noProof="0" dirty="0">
                <ns1:ln>
                  <ns1:noFill/>
                </ns1:ln>
                <ns1:effectLst/>
                <ns1:uLnTx/>
                <ns1:uFillTx/>
              </ns1:rPr>
              <ns1:t>Traversal means visiting nodes one by one, starting from HEAD.</ns1:t>
            </ns1:r>
          </ns1:p>
          <ns1:p>
            <ns1:pPr marL="0" marR="0" lvl="0" indent="-228600" fontAlgn="auto">
              <ns1:spcBef>
                <ns1:spcPts val="0"/>
              </ns1:spcBef>
              <ns1:spcAft>
                <ns1:spcPts val="1000"/>
              </ns1:spcAft>
              <ns1:buClrTx/>
              <ns1:buFont typeface="Arial" panose="020B0604020202020204" pitchFamily="34" charset="0"/>
              <ns1:buChar char="•"/>
              <ns1:tabLst/>
              <ns1:defRPr sz="1800"/>
            </ns1:pPr>
            <ns1:r>
              <ns1:rPr kumimoji="0" lang="en-US" b="0" i="0" u="none" strike="noStrike" cap="none" spc="0" normalizeH="0" baseline="0" noProof="0" dirty="0">
                <ns1:ln>
                  <ns1:noFill/>
                </ns1:ln>
                <ns1:effectLst/>
                <ns1:uLnTx/>
                <ns1:uFillTx/>
              </ns1:rPr>
              <ns1:t>A temporary pointer/reference moves from the current node to current-&gt;next.</ns1:t>
            </ns1:r>
          </ns1:p>
          <ns1:p>
            <ns1:pPr marL="0" marR="0" lvl="0" indent="-228600" fontAlgn="auto">
              <ns1:spcBef>
                <ns1:spcPts val="0"/>
              </ns1:spcBef>
              <ns1:spcAft>
                <ns1:spcPts val="1000"/>
              </ns1:spcAft>
              <ns1:buClrTx/>
              <ns1:buFont typeface="Arial" panose="020B0604020202020204" pitchFamily="34" charset="0"/>
              <ns1:buChar char="•"/>
              <ns1:tabLst/>
              <ns1:defRPr sz="1800"/>
            </ns1:pPr>
            <ns1:r>
              <ns1:rPr kumimoji="0" lang="en-US" b="0" i="0" u="none" strike="noStrike" cap="none" spc="0" normalizeH="0" baseline="0" noProof="0" dirty="0">
                <ns1:ln>
                  <ns1:noFill/>
                </ns1:ln>
                <ns1:effectLst/>
                <ns1:uLnTx/>
                <ns1:uFillTx/>
              </ns1:rPr>
              <ns1:t>Traversal is required when the desired position is not already known.</ns1:t>
            </ns1:r>
          </ns1:p>
          <ns1:p>
            <ns1:pPr marL="0" marR="0" lvl="0" indent="-228600" fontAlgn="auto">
              <ns1:spcBef>
                <ns1:spcPts val="0"/>
              </ns1:spcBef>
              <ns1:spcAft>
                <ns1:spcPts val="1000"/>
              </ns1:spcAft>
              <ns1:buClrTx/>
              <ns1:buFont typeface="Arial" panose="020B0604020202020204" pitchFamily="34" charset="0"/>
              <ns1:buChar char="•"/>
              <ns1:tabLst/>
              <ns1:defRPr sz="1800"/>
            </ns1:pPr>
            <ns1:r>
              <ns1:rPr kumimoji="0" lang="en-US" b="0" i="0" u="none" strike="noStrike" cap="none" spc="0" normalizeH="0" baseline="0" noProof="0" dirty="0">
                <ns1:ln>
                  <ns1:noFill/>
                </ns1:ln>
                <ns1:effectLst/>
                <ns1:uLnTx/>
                <ns1:uFillTx/>
              </ns1:rPr>
              <ns1:t>Searching or visiting all nodes normally takes O(n) time.</ns1:t>
            </ns1:r>
          </ns1:p>
          <ns1:p>
            <ns1:pPr indent="-228600">
              <ns1:buFont typeface="Arial" panose="020B0604020202020204" pitchFamily="34" charset="0"/>
              <ns1:buChar char="•"/>
            </ns1:pPr>
            <ns1:endParaRPr lang="en-US" dirty="0"/>
          </ns1:p>
        </ns0:txBody>
      </ns0:sp>
    </ns0:spTree>
    <ns0:extLst>
      <ns0:ext uri="{BB962C8B-B14F-4D97-AF65-F5344CB8AC3E}">
        <ns5:creationId val="1529523945"/>
      </ns0:ext>
    </ns0:extLst>
  </ns0:cSld>
  <ns0:clrMapOvr>
    <ns1:masterClrMapping/>
  </ns0:clrMapOvr>
  <ns6:AlternateContent>
    <ns6:Choice Requires="p14">
      <ns0:transition spd="slow" ns5:dur="4000">
        <ns5:vortex dir="r"/>
      </ns0:transition>
    </ns6:Choice>
    <ns6:Fallback>
      <ns0:transition spd="slow">
        <ns0:fade/>
      </ns0:transition>
    </ns6:Fallback>
  </ns6:AlternateContent>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drawing/2016/11/main" xmlns:ns5="http://schemas.microsoft.com/office/powerpoint/2010/main" xmlns:ns6="http://schemas.openxmlformats.org/drawingml/2006/diagram" xmlns:ns7="http://schemas.openxmlformats.org/markup-compatibility/2006" showMasterSp="0">
  <ns0:cSld>
    <ns0:spTree>
      <ns0:nvGrpSpPr>
        <ns0:cNvPr id="1" name=""/>
        <ns0:cNvGrpSpPr/>
        <ns0:nvPr/>
      </ns0:nvGrpSpPr>
      <ns0:grpSpPr>
        <ns1:xfrm>
          <ns1:off x="0" y="0"/>
          <ns1:ext cx="0" cy="0"/>
          <ns1:chOff x="0" y="0"/>
          <ns1:chExt cx="0" cy="0"/>
        </ns1:xfrm>
      </ns0:grpSpPr>
      <ns0:pic>
        <ns0:nvPicPr>
          <ns0:cNvPr id="8" name="Picture 7">
            <ns1:extLst>
              <ns1:ext uri="{FF2B5EF4-FFF2-40B4-BE49-F238E27FC236}">
                <ns2:creationId id="{925E2BB0-B4FB-E295-CED5-FFE194825E28}"/>
              </ns1:ext>
            </ns1:extLst>
          </ns0:cNvPr>
          <ns0:cNvPicPr>
            <ns1:picLocks noChangeAspect="1"/>
          </ns0:cNvPicPr>
          <ns0:nvPr/>
        </ns0:nvPicPr>
        <ns0:blipFill>
          <ns1:blip ns3:embed="rId2">
            <ns1:extLst>
              <ns1:ext uri="{837473B0-CC2E-450A-ABE3-18F120FF3D39}">
                <ns4:picAttrSrcUrl ns3:id="rId3"/>
              </ns1:ext>
            </ns1:extLst>
          </ns1:blip>
          <ns1:srcRect/>
          <ns1:stretch/>
        </ns0:blipFill>
        <ns0:spPr>
          <ns1:xfrm>
            <ns1:off x="-52390" y="0"/>
            <ns1:ext cx="12192003" cy="6858000"/>
          </ns1:xfrm>
          <ns1:prstGeom prst="rect">
            <ns1:avLst/>
          </ns1:prstGeom>
        </ns0:spPr>
      </ns0:pic>
      <ns0:sp>
        <ns0:nvSpPr>
          <ns0:cNvPr id="2" name="Title 1">
            <ns1:extLst>
              <ns1:ext uri="{FF2B5EF4-FFF2-40B4-BE49-F238E27FC236}">
                <ns2:creationId id="{E2EDEFC6-D738-634F-3D12-8BEAA6E4B362}"/>
              </ns1:ext>
            </ns1:extLst>
          </ns0:cNvPr>
          <ns0:cNvSpPr>
            <ns1:spLocks noGrp="1"/>
          </ns0:cNvSpPr>
          <ns0:nvPr>
            <ns0:ph type="title"/>
          </ns0:nvPr>
        </ns0:nvSpPr>
        <ns0:spPr>
          <ns1:xfrm>
            <ns1:off x="1203324" y="366106"/>
            <ns1:ext cx="9905998" cy="1478570"/>
          </ns1:xfrm>
        </ns0:spPr>
        <ns0:txBody>
          <ns1:bodyPr vert="horz" lIns="91440" tIns="45720" rIns="91440" bIns="45720" rtlCol="0" anchor="ctr">
            <ns1:normAutofit/>
          </ns1:bodyPr>
          <ns1:lstStyle/>
          <ns1:p>
            <ns1:pPr algn="ctr"/>
            <ns1:r>
              <ns1:rPr lang="en-US" sz="3600" u="sng" dirty="0"/>
              <ns1:t>Insertion</ns1:t>
            </ns1:r>
          </ns1:p>
        </ns0:txBody>
      </ns0:sp>
      <ns0:pic>
        <ns0:nvPicPr>
          <ns0:cNvPr id="6" name="Picture Placeholder 5">
            <ns1:extLst>
              <ns1:ext uri="{FF2B5EF4-FFF2-40B4-BE49-F238E27FC236}">
                <ns2:creationId id="{B251A73F-91BC-7B3F-AEF4-A668EBC9C25B}"/>
              </ns1:ext>
            </ns1:extLst>
          </ns0:cNvPr>
          <ns0:cNvPicPr>
            <ns1:picLocks noGrp="1" noChangeAspect="1"/>
          </ns0:cNvPicPr>
          <ns0:nvPr>
            <ns0:ph type="pic" idx="1"/>
          </ns0:nvPr>
        </ns0:nvPicPr>
        <ns0:blipFill>
          <ns1:blip ns3:embed="rId4"/>
          <ns1:srcRect r="-3" b="2056"/>
          <ns1:stretch>
            <ns1:fillRect/>
          </ns1:stretch>
        </ns0:blipFill>
        <ns0:spPr>
          <ns1:xfrm>
            <ns1:off x="1141412" y="1730375"/>
            <ns1:ext cx="4662140" cy="4396105"/>
          </ns1:xfrm>
          <ns1:prstGeom prst="round2DiagRect">
            <ns1:avLst>
              <ns1:gd name="adj1" fmla="val 4860"/>
              <ns1:gd name="adj2" fmla="val 0"/>
            </ns1:avLst>
          </ns1:prstGeom>
          <ns1:ln w="19050" cap="sq">
            <ns1:solidFill>
              <ns1:schemeClr val="tx2">
                <ns1:lumMod val="60000"/>
                <ns1:lumOff val="40000"/>
                <ns1:alpha val="60000"/>
              </ns1:schemeClr>
            </ns1:solidFill>
            <ns1:miter lim="800000"/>
          </ns1:ln>
          <ns1:effectLst>
            <ns1:outerShdw blurRad="88900" dist="38100" dir="5400000" algn="t" rotWithShape="0">
              <ns1:prstClr val="black">
                <ns1:alpha val="40000"/>
              </ns1:prstClr>
            </ns1:outerShdw>
          </ns1:effectLst>
        </ns0:spPr>
      </ns0:pic>
      <ns0:graphicFrame>
        <ns0:nvGraphicFramePr>
          <ns0:cNvPr id="470" name="Text Placeholder 3">
            <ns1:extLst>
              <ns1:ext uri="{FF2B5EF4-FFF2-40B4-BE49-F238E27FC236}">
                <ns2:creationId id="{6B657A7F-1598-074A-FBBB-6D73198AA911}"/>
              </ns1:ext>
            </ns1:extLst>
          </ns0:cNvPr>
          <ns0:cNvGraphicFramePr/>
          <ns0:nvPr>
            <ns0:extLst>
              <ns0:ext uri="{D42A27DB-BD31-4B8C-83A1-F6EECF244321}">
                <ns5:modId val="579398669"/>
              </ns0:ext>
            </ns0:extLst>
          </ns0:nvPr>
        </ns0:nvGraphicFramePr>
        <ns0:xfrm>
          <ns1:off x="6246465" y="1730374"/>
          <ns1:ext cx="4844521" cy="4396105"/>
        </ns0:xfrm>
        <ns1:graphic>
          <ns1:graphicData uri="http://schemas.openxmlformats.org/drawingml/2006/diagram">
            <ns6:relIds ns3:dm="rId5" ns3:lo="rId6" ns3:qs="rId7" ns3:cs="rId8"/>
          </ns1:graphicData>
        </ns1:graphic>
      </ns0:graphicFrame>
    </ns0:spTree>
    <ns0:extLst>
      <ns0:ext uri="{BB962C8B-B14F-4D97-AF65-F5344CB8AC3E}">
        <ns5:creationId val="2291920062"/>
      </ns0:ext>
    </ns0:extLst>
  </ns0:cSld>
  <ns0:clrMapOvr>
    <ns1:masterClrMapping/>
  </ns0:clrMapOvr>
  <ns7:AlternateContent>
    <ns7:Choice Requires="p14">
      <ns0:transition spd="slow" ns5:dur="4000">
        <ns5:vortex dir="r"/>
      </ns0:transition>
    </ns7:Choice>
    <ns7:Fallback>
      <ns0:transition spd="slow">
        <ns0:fade/>
      </ns0:transition>
    </ns7:Fallback>
  </ns7:AlternateContent>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drawing/2016/11/main" xmlns:ns5="http://schemas.microsoft.com/office/powerpoint/2010/main" xmlns:ns6="http://schemas.openxmlformats.org/drawingml/2006/diagram" xmlns:ns7="http://schemas.openxmlformats.org/markup-compatibility/2006" showMasterSp="0">
  <ns0:cSld>
    <ns0:bg>
      <ns0:bgPr>
        <ns1:gradFill>
          <ns1:gsLst>
            <ns1:gs pos="0">
              <ns1:schemeClr val="accent1">
                <ns1:lumMod val="91000"/>
                <ns1:lumOff val="9000"/>
              </ns1:schemeClr>
            </ns1:gs>
            <ns1:gs pos="74000">
              <ns1:schemeClr val="accent1">
                <ns1:lumMod val="45000"/>
                <ns1:lumOff val="55000"/>
              </ns1:schemeClr>
            </ns1:gs>
            <ns1:gs pos="83000">
              <ns1:schemeClr val="accent1">
                <ns1:lumMod val="45000"/>
                <ns1:lumOff val="55000"/>
              </ns1:schemeClr>
            </ns1:gs>
            <ns1:gs pos="100000">
              <ns1:schemeClr val="accent1">
                <ns1:lumMod val="30000"/>
                <ns1:lumOff val="70000"/>
              </ns1:schemeClr>
            </ns1:gs>
          </ns1:gsLst>
          <ns1:lin ang="5400000" scaled="1"/>
        </ns1:gradFill>
        <ns1:effectLst/>
      </ns0:bgPr>
    </ns0:bg>
    <ns0:spTree>
      <ns0:nvGrpSpPr>
        <ns0:cNvPr id="1" name=""/>
        <ns0:cNvGrpSpPr/>
        <ns0:nvPr/>
      </ns0:nvGrpSpPr>
      <ns0:grpSpPr>
        <ns1:xfrm>
          <ns1:off x="0" y="0"/>
          <ns1:ext cx="0" cy="0"/>
          <ns1:chOff x="0" y="0"/>
          <ns1:chExt cx="0" cy="0"/>
        </ns1:xfrm>
      </ns0:grpSpPr>
      <ns0:pic>
        <ns0:nvPicPr>
          <ns0:cNvPr id="9" name="Picture 8">
            <ns1:extLst>
              <ns1:ext uri="{FF2B5EF4-FFF2-40B4-BE49-F238E27FC236}">
                <ns2:creationId id="{A4F27B3E-86A1-E2E6-EDED-2790ADCB4B6A}"/>
              </ns1:ext>
            </ns1:extLst>
          </ns0:cNvPr>
          <ns0:cNvPicPr>
            <ns1:picLocks noChangeAspect="1"/>
          </ns0:cNvPicPr>
          <ns0:nvPr/>
        </ns0:nvPicPr>
        <ns0:blipFill>
          <ns1:blip ns3:embed="rId2">
            <ns1:extLst>
              <ns1:ext uri="{837473B0-CC2E-450A-ABE3-18F120FF3D39}">
                <ns4:picAttrSrcUrl ns3:id="rId3"/>
              </ns1:ext>
            </ns1:extLst>
          </ns1:blip>
          <ns1:srcRect/>
          <ns1:stretch/>
        </ns0:blipFill>
        <ns0:spPr>
          <ns1:xfrm>
            <ns1:off x="-4472" y="0"/>
            <ns1:ext cx="12196472" cy="6858000"/>
          </ns1:xfrm>
          <ns1:prstGeom prst="rect">
            <ns1:avLst/>
          </ns1:prstGeom>
        </ns0:spPr>
      </ns0:pic>
      <ns0:sp>
        <ns0:nvSpPr>
          <ns0:cNvPr id="2" name="Title 1">
            <ns1:extLst>
              <ns1:ext uri="{FF2B5EF4-FFF2-40B4-BE49-F238E27FC236}">
                <ns2:creationId id="{3F61D640-6C42-2F84-D8C9-A74E50FABF8D}"/>
              </ns1:ext>
            </ns1:extLst>
          </ns0:cNvPr>
          <ns0:cNvSpPr>
            <ns1:spLocks noGrp="1"/>
          </ns0:cNvSpPr>
          <ns0:nvPr>
            <ns0:ph type="title"/>
          </ns0:nvPr>
        </ns0:nvSpPr>
        <ns0:spPr>
          <ns1:xfrm>
            <ns1:off x="1123157" y="405264"/>
            <ns1:ext cx="9905998" cy="1478570"/>
          </ns1:xfrm>
        </ns0:spPr>
        <ns0:txBody>
          <ns1:bodyPr vert="horz" lIns="91440" tIns="45720" rIns="91440" bIns="45720" rtlCol="0" anchor="ctr">
            <ns1:normAutofit/>
          </ns1:bodyPr>
          <ns1:lstStyle/>
          <ns1:p>
            <ns1:pPr algn="ctr"/>
            <ns1:r>
              <ns1:rPr lang="en-US" sz="3600" u="sng" dirty="0"/>
              <ns1:t>Deletion</ns1:t>
            </ns1:r>
          </ns1:p>
        </ns0:txBody>
      </ns0:sp>
      <ns0:pic>
        <ns0:nvPicPr>
          <ns0:cNvPr id="6" name="Picture Placeholder 5">
            <ns1:extLst>
              <ns1:ext uri="{FF2B5EF4-FFF2-40B4-BE49-F238E27FC236}">
                <ns2:creationId id="{3BA6D20E-2A0F-FB4D-E339-B635B3DE203C}"/>
              </ns1:ext>
            </ns1:extLst>
          </ns0:cNvPr>
          <ns0:cNvPicPr>
            <ns1:picLocks noGrp="1" noChangeAspect="1"/>
          </ns0:cNvPicPr>
          <ns0:nvPr>
            <ns0:ph type="pic" idx="1"/>
          </ns0:nvPr>
        </ns0:nvPicPr>
        <ns0:blipFill>
          <ns1:blip ns3:embed="rId4"/>
          <ns1:srcRect r="-3" b="2056"/>
          <ns1:stretch>
            <ns1:fillRect/>
          </ns1:stretch>
        </ns0:blipFill>
        <ns0:spPr>
          <ns1:xfrm>
            <ns1:off x="1169987" y="1772207"/>
            <ns1:ext cx="5519573" cy="4449206"/>
          </ns1:xfrm>
          <ns1:prstGeom prst="round2DiagRect">
            <ns1:avLst>
              <ns1:gd name="adj1" fmla="val 4860"/>
              <ns1:gd name="adj2" fmla="val 0"/>
            </ns1:avLst>
          </ns1:prstGeom>
          <ns1:ln w="19050" cap="sq">
            <ns1:solidFill>
              <ns1:schemeClr val="tx2">
                <ns1:lumMod val="60000"/>
                <ns1:lumOff val="40000"/>
                <ns1:alpha val="60000"/>
              </ns1:schemeClr>
            </ns1:solidFill>
            <ns1:miter lim="800000"/>
          </ns1:ln>
          <ns1:effectLst>
            <ns1:outerShdw blurRad="88900" dist="38100" dir="5400000" algn="t" rotWithShape="0">
              <ns1:prstClr val="black">
                <ns1:alpha val="40000"/>
              </ns1:prstClr>
            </ns1:outerShdw>
          </ns1:effectLst>
        </ns0:spPr>
      </ns0:pic>
      <ns0:graphicFrame>
        <ns0:nvGraphicFramePr>
          <ns0:cNvPr id="8" name="Text Placeholder 3">
            <ns1:extLst>
              <ns1:ext uri="{FF2B5EF4-FFF2-40B4-BE49-F238E27FC236}">
                <ns2:creationId id="{9F48CE81-918D-0F59-3FBC-ACE1D3DFAC75}"/>
              </ns1:ext>
            </ns1:extLst>
          </ns0:cNvPr>
          <ns0:cNvGraphicFramePr/>
          <ns0:nvPr>
            <ns0:extLst>
              <ns0:ext uri="{D42A27DB-BD31-4B8C-83A1-F6EECF244321}">
                <ns5:modId val="3109254930"/>
              </ns0:ext>
            </ns0:extLst>
          </ns0:nvPr>
        </ns0:nvGraphicFramePr>
        <ns0:xfrm>
          <ns1:off x="6866466" y="2035177"/>
          <ns1:ext cx="4844521" cy="3541714"/>
        </ns0:xfrm>
        <ns1:graphic>
          <ns1:graphicData uri="http://schemas.openxmlformats.org/drawingml/2006/diagram">
            <ns6:relIds ns3:dm="rId5" ns3:lo="rId6" ns3:qs="rId7" ns3:cs="rId8"/>
          </ns1:graphicData>
        </ns1:graphic>
      </ns0:graphicFrame>
    </ns0:spTree>
    <ns0:extLst>
      <ns0:ext uri="{BB962C8B-B14F-4D97-AF65-F5344CB8AC3E}">
        <ns5:creationId val="600549116"/>
      </ns0:ext>
    </ns0:extLst>
  </ns0:cSld>
  <ns0:clrMapOvr>
    <ns1:masterClrMapping/>
  </ns0:clrMapOvr>
  <ns7:AlternateContent>
    <ns7:Choice Requires="p14">
      <ns0:transition spd="slow" ns5:dur="4000">
        <ns5:vortex dir="r"/>
      </ns0:transition>
    </ns7:Choice>
    <ns7:Fallback>
      <ns0:transition spd="slow">
        <ns0:fade/>
      </ns0:transition>
    </ns7:Fallback>
  </ns7:AlternateContent>
</ns0:sld>
</file>

<file path=ppt/slides/slide9.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xmlns:ns5="http://schemas.openxmlformats.org/markup-compatibility/2006" showMasterSp="0">
  <ns0:cSld>
    <ns0:spTree>
      <ns0:nvGrpSpPr>
        <ns0:cNvPr id="1" name=""/>
        <ns0:cNvGrpSpPr/>
        <ns0:nvPr/>
      </ns0:nvGrpSpPr>
      <ns0:grpSpPr>
        <ns1:xfrm>
          <ns1:off x="0" y="0"/>
          <ns1:ext cx="0" cy="0"/>
          <ns1:chOff x="0" y="0"/>
          <ns1:chExt cx="0" cy="0"/>
        </ns1:xfrm>
      </ns0:grpSpPr>
      <ns0:pic>
        <ns0:nvPicPr>
          <ns0:cNvPr id="25" name="Picture 24" descr="Abstract background of connected blue lines">
            <ns1:extLst>
              <ns1:ext uri="{FF2B5EF4-FFF2-40B4-BE49-F238E27FC236}">
                <ns2:creationId id="{AF05214B-4FCE-5293-53E5-89E56543A59B}"/>
              </ns1:ext>
            </ns1:extLst>
          </ns0:cNvPr>
          <ns0:cNvPicPr>
            <ns1:picLocks noChangeAspect="1"/>
          </ns0:cNvPicPr>
          <ns0:nvPr/>
        </ns0:nvPicPr>
        <ns0:blipFill>
          <ns1:blip ns3:embed="rId2"/>
          <ns1:stretch>
            <ns1:fillRect/>
          </ns1:stretch>
        </ns0:blipFill>
        <ns0:spPr>
          <ns1:xfrm>
            <ns1:off x="0" y="0"/>
            <ns1:ext cx="12192000" cy="6858000"/>
          </ns1:xfrm>
          <ns1:prstGeom prst="rect">
            <ns1:avLst/>
          </ns1:prstGeom>
        </ns0:spPr>
      </ns0:pic>
      <ns0:sp>
        <ns0:nvSpPr>
          <ns0:cNvPr id="3" name="TextBox 2">
            <ns1:extLst>
              <ns1:ext uri="{FF2B5EF4-FFF2-40B4-BE49-F238E27FC236}">
                <ns2:creationId id="{EC8E6377-671A-C1CE-2558-8710F82AFD83}"/>
              </ns1:ext>
            </ns1:extLst>
          </ns0:cNvPr>
          <ns0:cNvSpPr txBox="1"/>
          <ns0:nvPr/>
        </ns0:nvSpPr>
        <ns0:spPr>
          <ns1:xfrm>
            <ns1:off x="1625600" y="364066"/>
            <ns1:ext cx="4233334" cy="369332"/>
          </ns1:xfrm>
          <ns1:prstGeom prst="rect">
            <ns1:avLst/>
          </ns1:prstGeom>
          <ns1:noFill/>
        </ns0:spPr>
        <ns0:txBody>
          <ns1:bodyPr wrap="square" rtlCol="0">
            <ns1:spAutoFit/>
          </ns1:bodyPr>
          <ns1:lstStyle/>
          <ns1:p>
            <ns1:r>
              <ns1:rPr lang="en-ZA" u="sng" dirty="0"/>
              <ns1:t>Applications of Linked Lists</ns1:t>
            </ns1:r>
          </ns1:p>
        </ns0:txBody>
      </ns0:sp>
      <ns0:sp>
        <ns0:nvSpPr>
          <ns0:cNvPr id="11" name="TextBox 10">
            <ns1:extLst>
              <ns1:ext uri="{FF2B5EF4-FFF2-40B4-BE49-F238E27FC236}">
                <ns2:creationId id="{91E0BA1C-8FBA-1FBB-75CD-677FC8FCBBDB}"/>
              </ns1:ext>
            </ns1:extLst>
          </ns0:cNvPr>
          <ns0:cNvSpPr txBox="1"/>
          <ns0:nvPr/>
        </ns0:nvSpPr>
        <ns0:spPr>
          <ns1:xfrm>
            <ns1:off x="1532467" y="914489"/>
            <ns1:ext cx="3987800" cy="5047536"/>
          </ns1:xfrm>
          <ns1:prstGeom prst="rect">
            <ns1:avLst/>
          </ns1:prstGeom>
          <ns1:noFill/>
        </ns0:spPr>
        <ns0:txBody>
          <ns1:bodyPr wrap="square" rtlCol="0">
            <ns1:spAutoFit/>
          </ns1:bodyPr>
          <ns1:lstStyle/>
          <ns1:p>
            <ns1:r>
              <ns1:t>Linked lists are used in situations where a program needs to add and remove items while it is running. Unlike arrays, where inserting or deleting an item may require other elements to be shifted and the size is usually fixed, linked lists can grow or shrink dynamically. When an item is inserted or deleted, only a few pointers need to be changed.</ns1:t>
            </ns1:r>
          </ns1:p>
          <ns1:p>
            <ns1:pPr algn="just"/>
            <ns1:endParaRPr lang="en-ZA" sz="1400" dirty="0"/>
          </ns1:p>
          <ns1:p>
            <ns1:pPr algn="just"/>
            <ns1:r>
              <ns1:rPr lang="en-ZA" sz="1400" dirty="0"/>
              <ns1:t>Because of this flexibility, linked lists are used in several computer science applications. They can be used to implement </ns1:t>
            </ns1:r>
            <ns1:r>
              <ns1:rPr lang="en-ZA" sz="1400" b="1" dirty="0"/>
              <ns1:t>stacks and queues</ns1:t>
            </ns1:r>
            <ns1:r>
              <ns1:rPr lang="en-ZA" sz="1400" dirty="0"/>
              <ns1:t>, manage </ns1:t>
            </ns1:r>
            <ns1:r>
              <ns1:rPr lang="en-ZA" sz="1400" b="1" dirty="0"/>
              <ns1:t>free memory lists in operating systems</ns1:t>
            </ns1:r>
            <ns1:r>
              <ns1:rPr lang="en-ZA" sz="1400" dirty="0"/>
              <ns1:t>, and create features such as </ns1:t>
            </ns1:r>
            <ns1:r>
              <ns1:rPr lang="en-ZA" sz="1400" b="1" dirty="0"/>
              <ns1:t>music playlists</ns1:t>
            </ns1:r>
            <ns1:r>
              <ns1:rPr lang="en-ZA" sz="1400" dirty="0"/>
              <ns1:t> and </ns1:t>
            </ns1:r>
            <ns1:r>
              <ns1:rPr lang="en-ZA" sz="1400" b="1" dirty="0"/>
              <ns1:t>browser back and forward navigation</ns1:t>
            </ns1:r>
            <ns1:r>
              <ns1:rPr lang="en-ZA" sz="1400" dirty="0"/>
              <ns1:t>.</ns1:t>
            </ns1:r>
          </ns1:p>
          <ns1:p>
            <ns1:pPr algn="just"/>
            <ns1:endParaRPr lang="en-ZA" sz="1400" dirty="0"/>
          </ns1:p>
          <ns1:p>
            <ns1:pPr algn="just"/>
            <ns1:r>
              <ns1:rPr lang="en-ZA" sz="1400" dirty="0"/>
              <ns1:t>However, linked lists are less suitable when a program frequently needs to access an item by its position or index. To reach a particular node, the program normally has to start at the beginning of the list and follow the links from one node to the next.</ns1:t>
            </ns1:r>
          </ns1:p>
          <ns1:p>
            <ns1:pPr algn="just"/>
            <ns1:r>
              <ns1:rPr lang="en-ZA" sz="1400" dirty="0"/>
              <ns1:t>The applications of linked lists can be grouped according to the </ns1:t>
            </ns1:r>
            <ns1:r>
              <ns1:rPr lang="en-ZA" sz="1400" b="1" dirty="0"/>
              <ns1:t>type of linked list</ns1:t>
            </ns1:r>
            <ns1:r>
              <ns1:rPr lang="en-ZA" sz="1400" dirty="0"/>
              <ns1:t>, such as singly linked lists, doubly linked lists, and circular linked lists.</ns1:t>
            </ns1:r>
          </ns1:p>
        </ns0:txBody>
      </ns0:sp>
      <ns0:sp>
        <ns0:nvSpPr>
          <ns0:cNvPr id="12" name="TextBox 11">
            <ns1:extLst>
              <ns1:ext uri="{FF2B5EF4-FFF2-40B4-BE49-F238E27FC236}">
                <ns2:creationId id="{D1BBEC67-F90F-80C5-2E48-B0925C0C7051}"/>
              </ns1:ext>
            </ns1:extLst>
          </ns0:cNvPr>
          <ns0:cNvSpPr txBox="1"/>
          <ns0:nvPr/>
        </ns0:nvSpPr>
        <ns0:spPr>
          <ns1:xfrm>
            <ns1:off x="6595533" y="364066"/>
            <ns1:ext cx="3733800" cy="369332"/>
          </ns1:xfrm>
          <ns1:prstGeom prst="rect">
            <ns1:avLst/>
          </ns1:prstGeom>
          <ns1:noFill/>
        </ns0:spPr>
        <ns0:txBody>
          <ns1:bodyPr wrap="square" rtlCol="0">
            <ns1:spAutoFit/>
          </ns1:bodyPr>
          <ns1:lstStyle/>
          <ns1:p>
            <ns1:r>
              <ns1:rPr lang="en-ZA" u="sng" dirty="0"/>
              <ns1:t>Pointer Manipulation &amp; Common Errors</ns1:t>
            </ns1:r>
          </ns1:p>
        </ns0:txBody>
      </ns0:sp>
      <ns0:sp>
        <ns0:nvSpPr>
          <ns0:cNvPr id="13" name="TextBox 12">
            <ns1:extLst>
              <ns1:ext uri="{FF2B5EF4-FFF2-40B4-BE49-F238E27FC236}">
                <ns2:creationId id="{38605505-620E-7EDE-9101-74A0AD0C1CEC}"/>
              </ns1:ext>
            </ns1:extLst>
          </ns0:cNvPr>
          <ns0:cNvSpPr txBox="1"/>
          <ns0:nvPr/>
        </ns0:nvSpPr>
        <ns0:spPr>
          <ns1:xfrm>
            <ns1:off x="6595533" y="914489"/>
            <ns1:ext cx="4064000" cy="4006225"/>
          </ns1:xfrm>
          <ns1:prstGeom prst="rect">
            <ns1:avLst/>
          </ns1:prstGeom>
          <ns1:noFill/>
        </ns0:spPr>
        <ns0:txBody>
          <ns1:bodyPr wrap="square" rtlCol="0">
            <ns1:spAutoFit/>
          </ns1:bodyPr>
          <ns1:lstStyle/>
          <ns1:p>
            <ns1:pPr>
              <ns1:spcAft>
                <ns1:spcPts val="1000"/>
              </ns1:spcAft>
              <ns1:defRPr sz="1700"/>
            </ns1:pPr>
            <ns1:r>
              <ns1:rPr lang="en-US" sz="1400" dirty="0"/>
              <ns1:t>Insertion and deletion depend on changing links correctly.</ns1:t>
            </ns1:r>
          </ns1:p>
          <ns1:p>
            <ns1:pPr>
              <ns1:spcAft>
                <ns1:spcPts val="1000"/>
              </ns1:spcAft>
              <ns1:defRPr sz="1700"/>
            </ns1:pPr>
            <ns1:r>
              <ns1:rPr lang="en-US" sz="1400" dirty="0"/>
              <ns1:t>Common errors include:</ns1:t>
            </ns1:r>
          </ns1:p>
          <ns1:p>
            <ns1:pPr lvl="1">
              <ns1:spcAft>
                <ns1:spcPts val="1000"/>
              </ns1:spcAft>
              <ns1:defRPr sz="1500"/>
            </ns1:pPr>
            <ns1:r>
              <ns1:rPr lang="en-US" sz="1400" dirty="0"/>
              <ns1:t>Losing the rest of the list by overwriting a link too early.</ns1:t>
            </ns1:r>
          </ns1:p>
          <ns1:p>
            <ns1:pPr lvl="1">
              <ns1:spcAft>
                <ns1:spcPts val="1000"/>
              </ns1:spcAft>
              <ns1:defRPr sz="1500"/>
            </ns1:pPr>
            <ns1:r>
              <ns1:rPr lang="en-US" sz="1400" dirty="0"/>
              <ns1:t>Forgetting to update HEAD when inserting/deleting at the beginning.</ns1:t>
            </ns1:r>
          </ns1:p>
          <ns1:p>
            <ns1:pPr lvl="1">
              <ns1:spcAft>
                <ns1:spcPts val="1000"/>
              </ns1:spcAft>
              <ns1:defRPr sz="1500"/>
            </ns1:pPr>
            <ns1:r>
              <ns1:rPr lang="en-US" sz="1400" dirty="0"/>
              <ns1:t>Leaving the last node pointing to an invalid location instead of NULL.</ns1:t>
            </ns1:r>
          </ns1:p>
          <ns1:p>
            <ns1:pPr lvl="1">
              <ns1:spcAft>
                <ns1:spcPts val="1000"/>
              </ns1:spcAft>
              <ns1:defRPr sz="1500"/>
            </ns1:pPr>
            <ns1:r>
              <ns1:rPr lang="en-US" sz="1400" dirty="0"/>
              <ns1:t>Accessing a node after it has been deleted.</ns1:t>
            </ns1:r>
          </ns1:p>
          <ns1:p>
            <ns1:pPr lvl="1">
              <ns1:spcAft>
                <ns1:spcPts val="1000"/>
              </ns1:spcAft>
              <ns1:defRPr sz="1500"/>
            </ns1:pPr>
            <ns1:r>
              <ns1:rPr lang="en-US" sz="1400" dirty="0"/>
              <ns1:t>Forgetting to reconnect the previous and next nodes after deletion.</ns1:t>
            </ns1:r>
          </ns1:p>
          <ns1:p>
            <ns1:pPr>
              <ns1:spcAft>
                <ns1:spcPts val="1000"/>
              </ns1:spcAft>
              <ns1:defRPr sz="1700"/>
            </ns1:pPr>
            <ns1:r>
              <ns1:rPr lang="en-US" sz="1400" dirty="0"/>
              <ns1:t>Good pointer discipline prevents broken lists and memory errors.</ns1:t>
            </ns1:r>
          </ns1:p>
        </ns0:txBody>
      </ns0:sp>
    </ns0:spTree>
    <ns0:extLst>
      <ns0:ext uri="{BB962C8B-B14F-4D97-AF65-F5344CB8AC3E}">
        <ns4:creationId val="820368327"/>
      </ns0:ext>
    </ns0:extLst>
  </ns0:cSld>
  <ns0:clrMapOvr>
    <ns1:masterClrMapping/>
  </ns0:clrMapOvr>
  <ns5:AlternateContent>
    <ns5:Choice Requires="p14">
      <ns0:transition spd="slow" ns4:dur="4000">
        <ns4:vortex dir="r"/>
      </ns0:transition>
    </ns5:Choice>
    <ns5:Fallback>
      <ns0:transition spd="slow">
        <ns0:fade/>
      </ns0:transition>
    </ns5:Fallback>
  </ns5:AlternateContent>
</ns0:sld>
</file>

<file path=ppt/slides/slide10.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xmlns:ns5="http://schemas.openxmlformats.org/markup-compatibility/2006" showMasterSp="0">
  <ns0:cSld>
    <ns0:spTree>
      <ns0:nvGrpSpPr>
        <ns0:cNvPr id="1" name=""/>
        <ns0:cNvGrpSpPr/>
        <ns0:nvPr/>
      </ns0:nvGrpSpPr>
      <ns0:grpSpPr>
        <ns1:xfrm>
          <ns1:off x="0" y="0"/>
          <ns1:ext cx="0" cy="0"/>
          <ns1:chOff x="0" y="0"/>
          <ns1:chExt cx="0" cy="0"/>
        </ns1:xfrm>
      </ns0:grpSpPr>
      <ns0:pic>
        <ns0:nvPicPr>
          <ns0:cNvPr id="19" name="Picture 18" descr="Illuminated technology network on a dark background">
            <ns1:extLst>
              <ns1:ext uri="{FF2B5EF4-FFF2-40B4-BE49-F238E27FC236}">
                <ns2:creationId id="{9144CA9D-899F-561B-6E34-A475836CB436}"/>
              </ns1:ext>
            </ns1:extLst>
          </ns0:cNvPr>
          <ns0:cNvPicPr>
            <ns1:picLocks noChangeAspect="1"/>
          </ns0:cNvPicPr>
          <ns0:nvPr/>
        </ns0:nvPicPr>
        <ns0:blipFill>
          <ns1:blip ns3:embed="rId2"/>
          <ns1:stretch>
            <ns1:fillRect/>
          </ns1:stretch>
        </ns0:blipFill>
        <ns0:spPr>
          <ns1:xfrm>
            <ns1:off x="0" y="0"/>
            <ns1:ext cx="12192000" cy="6858000"/>
          </ns1:xfrm>
          <ns1:prstGeom prst="rect">
            <ns1:avLst/>
          </ns1:prstGeom>
        </ns0:spPr>
      </ns0:pic>
      <ns0:sp>
        <ns0:nvSpPr>
          <ns0:cNvPr id="2" name="Title 1">
            <ns1:extLst>
              <ns1:ext uri="{FF2B5EF4-FFF2-40B4-BE49-F238E27FC236}">
                <ns2:creationId id="{905DC381-39C3-63E4-94D6-E9E3740A09C7}"/>
              </ns1:ext>
            </ns1:extLst>
          </ns0:cNvPr>
          <ns0:cNvSpPr>
            <ns1:spLocks noGrp="1"/>
          </ns0:cNvSpPr>
          <ns0:nvPr>
            <ns0:ph type="title"/>
          </ns0:nvPr>
        </ns0:nvSpPr>
        <ns0:spPr/>
        <ns0:txBody>
          <ns1:bodyPr/>
          <ns1:lstStyle/>
          <ns1:p>
            <ns1:r>
              <ns1:t>Advantages and Disadvantages</ns1:t>
            </ns1:r>
          </ns1:p>
        </ns0:txBody>
      </ns0:sp>
      <ns0:sp>
        <ns0:nvSpPr>
          <ns0:cNvPr id="3" name="Content Placeholder 2">
            <ns1:extLst>
              <ns1:ext uri="{FF2B5EF4-FFF2-40B4-BE49-F238E27FC236}">
                <ns2:creationId id="{37B7ADE7-46C3-DE5C-35EC-987E23D734C5}"/>
              </ns1:ext>
            </ns1:extLst>
          </ns0:cNvPr>
          <ns0:cNvSpPr>
            <ns1:spLocks noGrp="1"/>
          </ns0:cNvSpPr>
          <ns0:nvPr>
            <ns0:ph sz="half" idx="1"/>
          </ns0:nvPr>
        </ns0:nvSpPr>
        <ns0:spPr/>
        <ns0:txBody>
          <ns1:bodyPr>
            <ns1:normAutofit fontScale="55000" lnSpcReduction="20000"/>
          </ns1:bodyPr>
          <ns1:lstStyle/>
          <ns1:p>
            <ns1:pPr marL="0" indent="0">
              <ns1:buNone/>
            </ns1:pPr>
            <ns1:r>
              <ns1:rPr lang="en-ZA" sz="2900" b="1" u="sng" dirty="0"/>
              <ns1:t>Advantages</ns1:t>
            </ns1:r>
            <ns1:endParaRPr lang="en-ZA" sz="2900" dirty="0"/>
          </ns1:p>
          <ns1:p>
            <ns1:pPr lvl="0"/>
            <ns1:r>
              <ns1:rPr lang="en-ZA" sz="2500" b="1" dirty="0"/>
              <ns1:t>Improved efficiency:</ns1:t>
            </ns1:r>
            <ns1:r>
              <ns1:rPr lang="en-ZA" sz="2500" dirty="0"/>
              <ns1:t> The program automates key tasks, reducing the time required to complete them manually.</ns1:t>
            </ns1:r>
          </ns1:p>
          <ns1:p>
            <ns1:pPr lvl="0"/>
            <ns1:r>
              <ns1:rPr lang="en-ZA" sz="2500" b="1" dirty="0"/>
              <ns1:t>Accuracy:</ns1:t>
            </ns1:r>
            <ns1:r>
              <ns1:rPr lang="en-ZA" sz="2500" dirty="0"/>
              <ns1:t> Automated processing can minimise human errors and produce more consistent results.</ns1:t>
            </ns1:r>
          </ns1:p>
          <ns1:p>
            <ns1:pPr lvl="0"/>
            <ns1:r>
              <ns1:rPr lang="en-ZA" sz="2500" b="1" dirty="0"/>
              <ns1:t>User convenience:</ns1:t>
            </ns1:r>
            <ns1:r>
              <ns1:rPr lang="en-ZA" sz="2500" dirty="0"/>
              <ns1:t> The program provides a structured and accessible way for users to perform the required tasks.</ns1:t>
            </ns1:r>
          </ns1:p>
          <ns1:p>
            <ns1:pPr lvl="0"/>
            <ns1:r>
              <ns1:rPr lang="en-ZA" sz="2500" b="1" dirty="0"/>
              <ns1:t>Productivity:</ns1:t>
            </ns1:r>
            <ns1:r>
              <ns1:rPr lang="en-ZA" sz="2500" dirty="0"/>
              <ns1:t> By simplifying repetitive processes, the program allows users to complete tasks more efficiently.</ns1:t>
            </ns1:r>
          </ns1:p>
          <ns1:p>
            <ns1:pPr lvl="0"/>
            <ns1:r>
              <ns1:rPr lang="en-ZA" sz="2500" b="1" dirty="0"/>
              <ns1:t>Consistency:</ns1:t>
            </ns1:r>
            <ns1:r>
              <ns1:rPr lang="en-ZA" sz="2500" dirty="0"/>
              <ns1:t> The system applies the same programmed procedures to each input, ensuring consistent outputs.</ns1:t>
            </ns1:r>
          </ns1:p>
          <ns1:p>
            <ns1:endParaRPr lang="en-ZA" dirty="0"/>
          </ns1:p>
        </ns0:txBody>
      </ns0:sp>
      <ns0:sp>
        <ns0:nvSpPr>
          <ns0:cNvPr id="4" name="Content Placeholder 3">
            <ns1:extLst>
              <ns1:ext uri="{FF2B5EF4-FFF2-40B4-BE49-F238E27FC236}">
                <ns2:creationId id="{7452954A-F655-8EE9-C5B6-8EFE04E50385}"/>
              </ns1:ext>
            </ns1:extLst>
          </ns0:cNvPr>
          <ns0:cNvSpPr>
            <ns1:spLocks noGrp="1"/>
          </ns0:cNvSpPr>
          <ns0:nvPr>
            <ns0:ph sz="half" idx="2"/>
          </ns0:nvPr>
        </ns0:nvSpPr>
        <ns0:spPr/>
        <ns0:txBody>
          <ns1:bodyPr>
            <ns1:normAutofit fontScale="55000" lnSpcReduction="20000"/>
          </ns1:bodyPr>
          <ns1:lstStyle/>
          <ns1:p>
            <ns1:r>
              <ns1:t>Disadvantages</ns1:t>
            </ns1:r>
          </ns1:p>
          <ns1:p>
            <ns1:pPr lvl="0"/>
            <ns1:r>
              <ns1:rPr lang="en-ZA" sz="2500" b="1" dirty="0"/>
              <ns1:t>Dependence on technology:</ns1:t>
            </ns1:r>
            <ns1:r>
              <ns1:rPr lang="en-ZA" sz="2500" dirty="0"/>
              <ns1:t> The program requires appropriate hardware, software, and a suitable operating environment to function effectively.</ns1:t>
            </ns1:r>
          </ns1:p>
          <ns1:p>
            <ns1:pPr lvl="0"/>
            <ns1:r>
              <ns1:rPr lang="en-ZA" sz="2500" b="1" dirty="0"/>
              <ns1:t>Input errors:</ns1:t>
            </ns1:r>
            <ns1:r>
              <ns1:rPr lang="en-ZA" sz="2500" dirty="0"/>
              <ns1:t> Incorrect or incomplete information entered by the user may result in inaccurate outputs.</ns1:t>
            </ns1:r>
          </ns1:p>
          <ns1:p>
            <ns1:pPr lvl="0"/>
            <ns1:r>
              <ns1:rPr lang="en-ZA" sz="2500" b="1" dirty="0"/>
              <ns1:t>Limited functionality:</ns1:t>
            </ns1:r>
            <ns1:r>
              <ns1:rPr lang="en-ZA" sz="2500" dirty="0"/>
              <ns1:t> The program can only perform tasks that have been incorporated into its source code.</ns1:t>
            </ns1:r>
          </ns1:p>
          <ns1:p>
            <ns1:pPr lvl="0"/>
            <ns1:r>
              <ns1:rPr lang="en-ZA" sz="2500" b="1" dirty="0"/>
              <ns1:t>Maintenance requirements:</ns1:t>
            </ns1:r>
            <ns1:r>
              <ns1:rPr lang="en-ZA" sz="2500" dirty="0"/>
              <ns1:t> Software may require regular debugging, updating, and maintenance to remain functional and relevant.</ns1:t>
            </ns1:r>
          </ns1:p>
          <ns1:p>
            <ns1:pPr lvl="0"/>
            <ns1:r>
              <ns1:rPr lang="en-ZA" sz="2500" b="1" dirty="0"/>
              <ns1:t>User limitations:</ns1:t>
            </ns1:r>
            <ns1:r>
              <ns1:rPr lang="en-ZA" sz="2500" dirty="0"/>
              <ns1:t> Users may require basic technical knowledge to operate the program correctly and interpret its results.</ns1:t>
            </ns1:r>
          </ns1:p>
          <ns1:p>
            <ns1:endParaRPr lang="en-ZA" dirty="0"/>
          </ns1:p>
        </ns0:txBody>
      </ns0:sp>
    </ns0:spTree>
    <ns0:extLst>
      <ns0:ext uri="{BB962C8B-B14F-4D97-AF65-F5344CB8AC3E}">
        <ns4:creationId val="1184875403"/>
      </ns0:ext>
    </ns0:extLst>
  </ns0:cSld>
  <ns0:clrMapOvr>
    <ns1:masterClrMapping/>
  </ns0:clrMapOvr>
  <ns5:AlternateContent>
    <ns5:Choice Requires="p14">
      <ns0:transition spd="slow" ns4:dur="4000">
        <ns4:vortex dir="r"/>
      </ns0:transition>
    </ns5:Choice>
    <ns5:Fallback>
      <ns0:transition spd="slow">
        <ns0:fade/>
      </ns0:transition>
    </ns5:Fallback>
  </ns5:AlternateContent>
</ns0:sld>
</file>

<file path=ppt/slides/slide11.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drawing/2016/11/main" xmlns:ns5="http://schemas.microsoft.com/office/powerpoint/2010/main">
  <ns0:cSld>
    <ns0:bg>
      <ns0:bgPr>
        <ns1:blipFill>
          <ns1:blip ns2:embed="rId2">
            <ns1:duotone>
              <ns1:schemeClr val="bg2">
                <ns1:shade val="88000"/>
                <ns1:hueMod val="106000"/>
                <ns1:satMod val="140000"/>
                <ns1:lumMod val="54000"/>
              </ns1:schemeClr>
              <ns1:schemeClr val="bg2">
                <ns1:tint val="98000"/>
                <ns1:hueMod val="90000"/>
                <ns1:satMod val="150000"/>
                <ns1:lumMod val="160000"/>
              </ns1:schemeClr>
            </ns1:duotone>
          </ns1:blip>
          <ns1:stretch/>
        </ns1:blipFill>
        <ns1:effectLst/>
      </ns0:bgPr>
    </ns0:bg>
    <ns0:spTree>
      <ns0:nvGrpSpPr>
        <ns0:cNvPr id="1" name=""/>
        <ns0:cNvGrpSpPr/>
        <ns0:nvPr/>
      </ns0:nvGrpSpPr>
      <ns0:grpSpPr>
        <ns1:xfrm>
          <ns1:off x="0" y="0"/>
          <ns1:ext cx="0" cy="0"/>
          <ns1:chOff x="0" y="0"/>
          <ns1:chExt cx="0" cy="0"/>
        </ns1:xfrm>
      </ns0:grpSpPr>
      <ns0:pic>
        <ns0:nvPicPr>
          <ns0:cNvPr id="3" name="Picture 2">
            <ns1:extLst>
              <ns1:ext uri="{FF2B5EF4-FFF2-40B4-BE49-F238E27FC236}">
                <ns3:creationId id="{4A2044D4-754E-2F51-8809-12362AA26921}"/>
              </ns1:ext>
            </ns1:extLst>
          </ns0:cNvPr>
          <ns0:cNvPicPr>
            <ns1:picLocks noChangeAspect="1"/>
          </ns0:cNvPicPr>
          <ns0:nvPr/>
        </ns0:nvPicPr>
        <ns0:blipFill>
          <ns1:blip ns2:embed="rId3">
            <ns1:extLst>
              <ns1:ext uri="{837473B0-CC2E-450A-ABE3-18F120FF3D39}">
                <ns4:picAttrSrcUrl ns2:id="rId4"/>
              </ns1:ext>
            </ns1:extLst>
          </ns1:blip>
          <ns1:srcRect t="38173" r="1" b="30187"/>
          <ns1:stretch>
            <ns1:fillRect/>
          </ns1:stretch>
        </ns0:blipFill>
        <ns0:spPr>
          <ns1:xfrm>
            <ns1:off x="20" y="10"/>
            <ns1:ext cx="12191980" cy="6857990"/>
          </ns1:xfrm>
          <ns1:prstGeom prst="rect">
            <ns1:avLst/>
          </ns1:prstGeom>
        </ns0:spPr>
      </ns0:pic>
      <ns0:sp>
        <ns0:nvSpPr>
          <ns0:cNvPr id="5" name="TextBox 4">
            <ns1:extLst>
              <ns1:ext uri="{FF2B5EF4-FFF2-40B4-BE49-F238E27FC236}">
                <ns3:creationId id="{D58E9F33-7CF9-7D4E-3C72-B474F15B9C84}"/>
              </ns1:ext>
            </ns1:extLst>
          </ns0:cNvPr>
          <ns0:cNvSpPr txBox="1"/>
          <ns0:nvPr/>
        </ns0:nvSpPr>
        <ns0:spPr>
          <ns1:xfrm>
            <ns1:off x="495068" y="466635"/>
            <ns1:ext cx="6177280" cy="1200329"/>
          </ns1:xfrm>
          <ns1:prstGeom prst="rect">
            <ns1:avLst/>
          </ns1:prstGeom>
          <ns1:noFill/>
        </ns0:spPr>
        <ns0:txBody>
          <ns1:bodyPr wrap="square">
            <ns1:spAutoFit/>
          </ns1:bodyPr>
          <ns1:lstStyle/>
          <ns1:p>
            <ns1:r>
              <ns1:rPr kumimoji="0" lang="en-US" sz="3600" b="0" i="0" u="sng" strike="noStrike" kern="1200" cap="all" spc="0" normalizeH="0" baseline="0" noProof="0" dirty="0">
                <ns1:ln>
                  <ns1:noFill/>
                </ns1:ln>
                <ns1:solidFill>
                  <ns1:prstClr val="white"/>
                </ns1:solidFill>
                <ns1:effectLst/>
                <ns1:uLnTx/>
                <ns1:uFillTx/>
                <ns1:latin typeface="Tw Cen MT" panose="020B0602020104020603"/>
                <ns1:ea typeface="+mj-ea"/>
                <ns1:cs typeface="+mj-cs"/>
              </ns1:rPr>
              <ns1:t>Project Overview and Source File</ns1:t>
            </ns1:r>
            <ns1:endParaRPr lang="en-ZA" dirty="0"/>
          </ns1:p>
        </ns0:txBody>
      </ns0:sp>
      <ns0:sp>
        <ns0:nvSpPr>
          <ns0:cNvPr id="7" name="TextBox 6">
            <ns1:extLst>
              <ns1:ext uri="{FF2B5EF4-FFF2-40B4-BE49-F238E27FC236}">
                <ns3:creationId id="{8F4D03A8-3AE0-B6AB-92DC-076A3301B779}"/>
              </ns1:ext>
            </ns1:extLst>
          </ns0:cNvPr>
          <ns0:cNvSpPr txBox="1"/>
          <ns0:nvPr/>
        </ns0:nvSpPr>
        <ns0:spPr>
          <ns1:xfrm>
            <ns1:off x="401562" y="1717040"/>
            <ns1:ext cx="6591420" cy="3084947"/>
          </ns1:xfrm>
          <ns1:prstGeom prst="rect">
            <ns1:avLst/>
          </ns1:prstGeom>
          <ns1:noFill/>
        </ns0:spPr>
        <ns0:txBody>
          <ns1:bodyPr wrap="square">
            <ns1:spAutoFit/>
          </ns1:bodyPr>
          <ns1:lstStyle/>
          <ns1:p>
            <ns1:pPr marL="0" marR="0" lvl="0" indent="-228600" algn="l" defTabSz="914400" rtl="0" eaLnBrk="1" fontAlgn="auto" latinLnBrk="0" hangingPunct="1">
              <ns1:lnSpc>
                <ns1:spcPct val="110000"/>
              </ns1:lnSpc>
              <ns1:spcBef>
                <ns1:spcPts val="1000"/>
              </ns1:spcBef>
              <ns1:spcAft>
                <ns1:spcPts val="0"/>
              </ns1:spcAft>
              <ns1:buClrTx/>
              <ns1:buSzPct val="125000"/>
              <ns1:buFont typeface="Arial" panose="020B0604020202020204" pitchFamily="34" charset="0"/>
              <ns1:buChar char="•"/>
              <ns1:tabLst/>
              <ns1:defRPr/>
            </ns1:pP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Testing the Linked List Program</ns1:t>
            </ns1:r>
          </ns1:p>
          <ns1:p>
            <ns1:pPr marL="0" marR="0" lvl="0" indent="-228600" algn="l" defTabSz="914400" rtl="0" eaLnBrk="1" fontAlgn="auto" latinLnBrk="0" hangingPunct="1">
              <ns1:lnSpc>
                <ns1:spcPct val="110000"/>
              </ns1:lnSpc>
              <ns1:spcBef>
                <ns1:spcPts val="1000"/>
              </ns1:spcBef>
              <ns1:spcAft>
                <ns1:spcPts val="0"/>
              </ns1:spcAft>
              <ns1:buClrTx/>
              <ns1:buSzPct val="125000"/>
              <ns1:buFont typeface="Arial" panose="020B0604020202020204" pitchFamily="34" charset="0"/>
              <ns1:buChar char="•"/>
              <ns1:tabLst/>
              <ns1:defRPr/>
            </ns1:pP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We tested our linked list program by running its menu in a terminal. First, we inserted the values </ns1:t>
            </ns1: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4, 8, and 12</ns1:t>
            </ns1: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 Since each new value is inserted at the </ns1:t>
            </ns1: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front of the list</ns1:t>
            </ns1: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 the values were stored in the order:</ns1:t>
            </ns1:r>
          </ns1:p>
          <ns1:p>
            <ns1:pPr marL="0" marR="0" lvl="0" indent="-228600" algn="l" defTabSz="914400" rtl="0" eaLnBrk="1" fontAlgn="auto" latinLnBrk="0" hangingPunct="1">
              <ns1:lnSpc>
                <ns1:spcPct val="110000"/>
              </ns1:lnSpc>
              <ns1:spcBef>
                <ns1:spcPts val="1000"/>
              </ns1:spcBef>
              <ns1:spcAft>
                <ns1:spcPts val="0"/>
              </ns1:spcAft>
              <ns1:buClrTx/>
              <ns1:buSzPct val="125000"/>
              <ns1:buFont typeface="Arial" panose="020B0604020202020204" pitchFamily="34" charset="0"/>
              <ns1:buChar char="•"/>
              <ns1:tabLst/>
              <ns1:defRPr/>
            </ns1:pP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12 → 8 → 4</ns1:t>
            </ns1:r>
            <ns1:endPara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endParaRPr>
          </ns1:p>
          <ns1:p>
            <ns1:pPr marL="0" marR="0" lvl="0" indent="-228600" algn="l" defTabSz="914400" rtl="0" eaLnBrk="1" fontAlgn="auto" latinLnBrk="0" hangingPunct="1">
              <ns1:lnSpc>
                <ns1:spcPct val="110000"/>
              </ns1:lnSpc>
              <ns1:spcBef>
                <ns1:spcPts val="1000"/>
              </ns1:spcBef>
              <ns1:spcAft>
                <ns1:spcPts val="0"/>
              </ns1:spcAft>
              <ns1:buClrTx/>
              <ns1:buSzPct val="125000"/>
              <ns1:buFont typeface="Arial" panose="020B0604020202020204" pitchFamily="34" charset="0"/>
              <ns1:buChar char="•"/>
              <ns1:tabLst/>
              <ns1:defRPr/>
            </ns1:pP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Next, we tested the deletion operation by deleting </ns1:t>
            </ns1: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8</ns1:t>
            </ns1: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 which was located in the middle of the list. The program successfully removed the node and reconnected </ns1:t>
            </ns1: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12 directly to 4</ns1:t>
            </ns1: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 displaying the message </ns1:t>
            </ns1: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"Node deleted successfully."</ns1:t>
            </ns1:r>
            <ns1:endPara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endParaRPr>
          </ns1:p>
          <ns1:p>
            <ns1:pPr marL="0" marR="0" lvl="0" indent="-228600" algn="l" defTabSz="914400" rtl="0" eaLnBrk="1" fontAlgn="auto" latinLnBrk="0" hangingPunct="1">
              <ns1:lnSpc>
                <ns1:spcPct val="110000"/>
              </ns1:lnSpc>
              <ns1:spcBef>
                <ns1:spcPts val="1000"/>
              </ns1:spcBef>
              <ns1:spcAft>
                <ns1:spcPts val="0"/>
              </ns1:spcAft>
              <ns1:buClrTx/>
              <ns1:buSzPct val="125000"/>
              <ns1:buFont typeface="Arial" panose="020B0604020202020204" pitchFamily="34" charset="0"/>
              <ns1:buChar char="•"/>
              <ns1:tabLst/>
              <ns1:defRPr/>
            </ns1:pP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Finally, we selected the option to display the list. The output showed:</ns1:t>
            </ns1:r>
          </ns1:p>
          <ns1:p>
            <ns1:pPr marL="0" marR="0" lvl="0" indent="-228600" algn="l" defTabSz="914400" rtl="0" eaLnBrk="1" fontAlgn="auto" latinLnBrk="0" hangingPunct="1">
              <ns1:lnSpc>
                <ns1:spcPct val="110000"/>
              </ns1:lnSpc>
              <ns1:spcBef>
                <ns1:spcPts val="1000"/>
              </ns1:spcBef>
              <ns1:spcAft>
                <ns1:spcPts val="0"/>
              </ns1:spcAft>
              <ns1:buClrTx/>
              <ns1:buSzPct val="125000"/>
              <ns1:buFont typeface="Arial" panose="020B0604020202020204" pitchFamily="34" charset="0"/>
              <ns1:buChar char="•"/>
              <ns1:tabLst/>
              <ns1:defRPr/>
            </ns1:pP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12 → 4</ns1:t>
            </ns1:r>
            <ns1:endPara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endParaRPr>
          </ns1:p>
          <ns1:p>
            <ns1:pPr marL="0" marR="0" lvl="0" indent="-228600" algn="l" defTabSz="914400" rtl="0" eaLnBrk="1" fontAlgn="auto" latinLnBrk="0" hangingPunct="1">
              <ns1:lnSpc>
                <ns1:spcPct val="110000"/>
              </ns1:lnSpc>
              <ns1:spcBef>
                <ns1:spcPts val="1000"/>
              </ns1:spcBef>
              <ns1:spcAft>
                <ns1:spcPts val="0"/>
              </ns1:spcAft>
              <ns1:buClrTx/>
              <ns1:buSzPct val="125000"/>
              <ns1:buFont typeface="Arial" panose="020B0604020202020204" pitchFamily="34" charset="0"/>
              <ns1:buChar char="•"/>
              <ns1:tabLst/>
              <ns1:defRPr/>
            </ns1:pP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This confirmed that both the </ns1:t>
            </ns1:r>
            <ns1:r>
              <ns1:rPr kumimoji="0" lang="en-US" sz="1200" b="1"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insertion and deletion operations worked correctly</ns1:t>
            </ns1:r>
            <ns1:r>
              <ns1:rPr kumimoji="0" lang="en-US" sz="1200" b="0" i="0" u="none" strike="noStrike" kern="1200" cap="none" spc="0" normalizeH="0" baseline="0" noProof="0" dirty="0">
                <ns1:ln>
                  <ns1:noFill/>
                </ns1:ln>
                <ns1:solidFill>
                  <ns1:prstClr val="white"/>
                </ns1:solidFill>
                <ns1:effectLst/>
                <ns1:uLnTx/>
                <ns1:uFillTx/>
                <ns1:latin typeface="Tw Cen MT" panose="020B0602020104020603"/>
                <ns1:ea typeface="+mn-ea"/>
                <ns1:cs typeface="+mn-cs"/>
              </ns1:rPr>
              <ns1:t> and that the linked list maintained the correct connections between its nodes.</ns1:t>
            </ns1:r>
          </ns1:p>
        </ns0:txBody>
      </ns0:sp>
      <ns0:pic>
        <ns0:nvPicPr>
          <ns0:cNvPr id="9" name="Picture 8">
            <ns1:extLst>
              <ns1:ext uri="{FF2B5EF4-FFF2-40B4-BE49-F238E27FC236}">
                <ns3:creationId id="{BDF3BAB8-A625-0265-8D89-ED5788E44957}"/>
              </ns1:ext>
            </ns1:extLst>
          </ns0:cNvPr>
          <ns0:cNvPicPr>
            <ns1:picLocks noChangeAspect="1"/>
          </ns0:cNvPicPr>
          <ns0:nvPr/>
        </ns0:nvPicPr>
        <ns0:blipFill>
          <ns1:blip ns2:embed="rId5"/>
          <ns1:stretch>
            <ns1:fillRect/>
          </ns1:stretch>
        </ns0:blipFill>
        <ns0:spPr>
          <ns1:xfrm>
            <ns1:off x="7560628" y="1066800"/>
            <ns1:ext cx="4136304" cy="4065022"/>
          </ns1:xfrm>
          <ns1:prstGeom prst="rect">
            <ns1:avLst/>
          </ns1:prstGeom>
        </ns0:spPr>
      </ns0:pic>
      <ns0:sp>
        <ns0:nvSpPr>
          <ns0:cNvPr id="11" name="TextBox 10">
            <ns1:extLst>
              <ns1:ext uri="{FF2B5EF4-FFF2-40B4-BE49-F238E27FC236}">
                <ns3:creationId id="{F8FF685F-AC30-42B0-4FE9-2EEFB68D05BE}"/>
              </ns1:ext>
            </ns1:extLst>
          </ns0:cNvPr>
          <ns0:cNvSpPr txBox="1"/>
          <ns0:nvPr/>
        </ns0:nvSpPr>
        <ns0:spPr>
          <ns1:xfrm>
            <ns1:off x="7560628" y="5320360"/>
            <ns1:ext cx="6177280" cy="369332"/>
          </ns1:xfrm>
          <ns1:prstGeom prst="rect">
            <ns1:avLst/>
          </ns1:prstGeom>
          <ns1:noFill/>
        </ns0:spPr>
        <ns0:txBody>
          <ns1:bodyPr wrap="square">
            <ns1:spAutoFit/>
          </ns1:bodyPr>
          <ns1:lstStyle/>
          <ns1:p>
            <ns1:r>
              <ns1:rPr lang="en-ZA" sz="1800" dirty="0">
                <ns1:hlinkClick ns2:id="rId6"/>
              </ns1:rPr>
              <ns1:t>https://web-based-c-compiler.vercel.app/</ns1:t>
            </ns1:r>
            <ns1:endParaRPr lang="en-ZA" sz="1800" dirty="0"/>
          </ns1:p>
        </ns0:txBody>
      </ns0:sp>
    </ns0:spTree>
    <ns0:extLst>
      <ns0:ext uri="{BB962C8B-B14F-4D97-AF65-F5344CB8AC3E}">
        <ns5:creationId val="708266883"/>
      </ns0:ext>
    </ns0:extLst>
  </ns0:cSld>
  <ns0:clrMapOvr>
    <ns1:masterClrMapping/>
  </ns0:clrMapOvr>
</ns0:sld>
</file>

<file path=ppt/slides/slide1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drawing/2016/11/main" xmlns:ns5="http://schemas.microsoft.com/office/powerpoint/2010/main" xmlns:ns6="http://schemas.openxmlformats.org/drawingml/2006/diagram" xmlns:ns7="http://schemas.openxmlformats.org/markup-compatibility/2006" showMasterSp="0">
  <ns0:cSld>
    <ns0:spTree>
      <ns0:nvGrpSpPr>
        <ns0:cNvPr id="1" name=""/>
        <ns0:cNvGrpSpPr/>
        <ns0:nvPr/>
      </ns0:nvGrpSpPr>
      <ns0:grpSpPr>
        <ns1:xfrm>
          <ns1:off x="0" y="0"/>
          <ns1:ext cx="0" cy="0"/>
          <ns1:chOff x="0" y="0"/>
          <ns1:chExt cx="0" cy="0"/>
        </ns1:xfrm>
      </ns0:grpSpPr>
      <ns0:pic>
        <ns0:nvPicPr>
          <ns0:cNvPr id="8" name="Picture 7">
            <ns1:extLst>
              <ns1:ext uri="{FF2B5EF4-FFF2-40B4-BE49-F238E27FC236}">
                <ns2:creationId id="{42DB9E26-94C6-341C-8D72-AE9A6F73BE33}"/>
              </ns1:ext>
            </ns1:extLst>
          </ns0:cNvPr>
          <ns0:cNvPicPr>
            <ns1:picLocks noChangeAspect="1"/>
          </ns0:cNvPicPr>
          <ns0:nvPr/>
        </ns0:nvPicPr>
        <ns0:blipFill>
          <ns1:blip ns3:embed="rId2">
            <ns1:extLst>
              <ns1:ext uri="{837473B0-CC2E-450A-ABE3-18F120FF3D39}">
                <ns4:picAttrSrcUrl ns3:id="rId3"/>
              </ns1:ext>
            </ns1:extLst>
          </ns1:blip>
          <ns1:srcRect/>
          <ns1:stretch/>
        </ns0:blipFill>
        <ns0:spPr>
          <ns1:xfrm>
            <ns1:off x="-38298" y="0"/>
            <ns1:ext cx="12189541" cy="6858000"/>
          </ns1:xfrm>
          <ns1:prstGeom prst="rect">
            <ns1:avLst/>
          </ns1:prstGeom>
        </ns0:spPr>
      </ns0:pic>
      <ns0:sp>
        <ns0:nvSpPr>
          <ns0:cNvPr id="2" name="TextBox 1">
            <ns1:extLst>
              <ns1:ext uri="{FF2B5EF4-FFF2-40B4-BE49-F238E27FC236}">
                <ns2:creationId id="{43116EEA-0316-AB74-30F2-8E34E428A10C}"/>
              </ns1:ext>
            </ns1:extLst>
          </ns0:cNvPr>
          <ns0:cNvSpPr txBox="1"/>
          <ns0:nvPr/>
        </ns0:nvSpPr>
        <ns0:spPr>
          <ns1:xfrm>
            <ns1:off x="1141413" y="618518"/>
            <ns1:ext cx="9905998" cy="1478570"/>
          </ns1:xfrm>
          <ns1:prstGeom prst="rect">
            <ns1:avLst/>
          </ns1:prstGeom>
        </ns0:spPr>
        <ns0:txBody>
          <ns1:bodyPr vert="horz" lIns="91440" tIns="45720" rIns="91440" bIns="45720" rtlCol="0" anchor="ctr">
            <ns1:normAutofit/>
          </ns1:bodyPr>
          <ns1:lstStyle/>
          <ns1:p>
            <ns1:pPr algn="ctr" defTabSz="914400">
              <ns1:lnSpc>
                <ns1:spcPct val="90000"/>
              </ns1:lnSpc>
              <ns1:spcBef>
                <ns1:spcPct val="0"/>
              </ns1:spcBef>
              <ns1:spcAft>
                <ns1:spcPts val="600"/>
              </ns1:spcAft>
            </ns1:pPr>
            <ns1:r>
              <ns1:rPr lang="en-US" sz="3600" u="sng" cap="all" dirty="0">
                <ns1:latin typeface="+mj-lt"/>
                <ns1:ea typeface="+mj-ea"/>
                <ns1:cs typeface="+mj-cs"/>
              </ns1:rPr>
              <ns1:t>Conclusion</ns1:t>
            </ns1:r>
          </ns1:p>
        </ns0:txBody>
      </ns0:sp>
      <ns0:graphicFrame>
        <ns0:nvGraphicFramePr>
          <ns0:cNvPr id="7" name="TextBox 2">
            <ns1:extLst>
              <ns1:ext uri="{FF2B5EF4-FFF2-40B4-BE49-F238E27FC236}">
                <ns2:creationId id="{652CD641-4822-7945-1076-BC69FA445649}"/>
              </ns1:ext>
            </ns1:extLst>
          </ns0:cNvPr>
          <ns0:cNvGraphicFramePr/>
          <ns0:nvPr>
            <ns0:extLst>
              <ns0:ext uri="{D42A27DB-BD31-4B8C-83A1-F6EECF244321}">
                <ns5:modId val="466681798"/>
              </ns0:ext>
            </ns0:extLst>
          </ns0:nvPr>
        </ns0:nvGraphicFramePr>
        <ns0:xfrm>
          <ns1:off x="1141413" y="2418820"/>
          <ns1:ext cx="9906000" cy="3142721"/>
        </ns0:xfrm>
        <ns1:graphic>
          <ns1:graphicData uri="http://schemas.openxmlformats.org/drawingml/2006/diagram">
            <ns6:relIds ns3:dm="rId4" ns3:lo="rId5" ns3:qs="rId6" ns3:cs="rId7"/>
          </ns1:graphicData>
        </ns1:graphic>
      </ns0:graphicFrame>
    </ns0:spTree>
    <ns0:extLst>
      <ns0:ext uri="{BB962C8B-B14F-4D97-AF65-F5344CB8AC3E}">
        <ns5:creationId val="2961510846"/>
      </ns0:ext>
    </ns0:extLst>
  </ns0:cSld>
  <ns0:clrMapOvr>
    <ns1:masterClrMapping/>
  </ns0:clrMapOvr>
  <ns7:AlternateContent>
    <ns7:Choice Requires="p14">
      <ns0:transition spd="slow" ns5:dur="4000">
        <ns5:vortex dir="r"/>
      </ns0:transition>
    </ns7:Choice>
    <ns7:Fallback>
      <ns0:transition spd="slow">
        <ns0:fade/>
      </ns0:transition>
    </ns7:Fallback>
  </ns7:AlternateContent>
</ns0:sld>
</file>

<file path=ppt/slides/slide13.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drawing/2017/decorative" xmlns:ns5="http://schemas.microsoft.com/office/powerpoint/2015/main" xmlns:ns6="http://schemas.microsoft.com/office/drawing/2010/main" xmlns:ns7="http://schemas.microsoft.com/office/powerpoint/2010/main" xmlns:ns8="http://schemas.openxmlformats.org/markup-compatibility/2006">
  <ns0:cSld>
    <ns0:bg>
      <ns0:bgPr>
        <ns1:blipFill>
          <ns1:blip ns2:embed="rId2">
            <ns1:duotone>
              <ns1:schemeClr val="bg2">
                <ns1:shade val="88000"/>
                <ns1:hueMod val="106000"/>
                <ns1:satMod val="140000"/>
                <ns1:lumMod val="54000"/>
              </ns1:schemeClr>
              <ns1:schemeClr val="bg2">
                <ns1:tint val="98000"/>
                <ns1:hueMod val="90000"/>
                <ns1:satMod val="150000"/>
                <ns1:lumMod val="160000"/>
              </ns1:schemeClr>
            </ns1:duotone>
          </ns1:blip>
          <ns1:stretch/>
        </ns1:blipFill>
        <ns1:effectLst/>
      </ns0:bgPr>
    </ns0:bg>
    <ns0:spTree>
      <ns0:nvGrpSpPr>
        <ns0:cNvPr id="1" name=""/>
        <ns0:cNvGrpSpPr/>
        <ns0:nvPr/>
      </ns0:nvGrpSpPr>
      <ns0:grpSpPr>
        <ns1:xfrm>
          <ns1:off x="0" y="0"/>
          <ns1:ext cx="0" cy="0"/>
          <ns1:chOff x="0" y="0"/>
          <ns1:chExt cx="0" cy="0"/>
        </ns1:xfrm>
      </ns0:grpSpPr>
      <ns0:grpSp>
        <ns0:nvGrpSpPr>
          <ns0:cNvPr id="9" name="Group 8">
            <ns1:extLst>
              <ns1:ext uri="{FF2B5EF4-FFF2-40B4-BE49-F238E27FC236}">
                <ns3:creationId id="{A0B38558-5389-4817-936F-FD62560CAC11}"/>
              </ns1:ext>
              <ns1:ext uri="{C183D7F6-B498-43B3-948B-1728B52AA6E4}">
                <ns4:decorative val="1"/>
              </ns1:ext>
            </ns1:extLst>
          </ns0:cNvPr>
          <ns0:cNvGrpSpPr>
            <ns1:grpSpLocks noGrp="1" noUngrp="1" noRot="1" noChangeAspect="1" noMove="1" noResize="1"/>
          </ns0:cNvGrpSpPr>
          <ns0:nvPr>
            <ns0:extLst>
              <ns0:ext uri="{386F3935-93C4-4BCD-93E2-E3B085C9AB24}">
                <ns5:designElem val="1"/>
              </ns0:ext>
            </ns0:extLst>
          </ns0:nvPr>
        </ns0:nvGrpSpPr>
        <ns0:grpSpPr>
          <ns1:xfrm>
            <ns1:off x="0" y="-1"/>
            <ns1:ext cx="12192003" cy="6858001"/>
            <ns1:chOff x="0" y="-1"/>
            <ns1:chExt cx="12192003" cy="6858001"/>
          </ns1:xfrm>
        </ns0:grpSpPr>
        <ns0:sp useBgFill="1">
          <ns0:nvSpPr>
            <ns0:cNvPr id="10" name="Rectangle 9">
              <ns1:extLst>
                <ns1:ext uri="{FF2B5EF4-FFF2-40B4-BE49-F238E27FC236}">
                  <ns3:creationId id="{CCB252B9-42EF-4414-AA22-2A95C181978B}"/>
                </ns1:ext>
                <ns1:ext uri="{C183D7F6-B498-43B3-948B-1728B52AA6E4}">
                  <ns4:decorative val="1"/>
                </ns1:ext>
              </ns1:extLst>
            </ns0:cNvPr>
            <ns0:cNvSpPr/>
            <ns0:nvPr>
              <ns0:extLst>
                <ns0:ext uri="{386F3935-93C4-4BCD-93E2-E3B085C9AB24}">
                  <ns5:designElem val="1"/>
                </ns0:ext>
              </ns0:extLst>
            </ns0:nvPr>
          </ns0:nvSpPr>
          <ns0:spPr>
            <ns1:xfrm>
              <ns1:off x="1" y="-1"/>
              <ns1:ext cx="12192000" cy="6858000"/>
            </ns1:xfrm>
            <ns1:prstGeom prst="rect">
              <ns1:avLst/>
            </ns1:prstGeom>
            <ns1:ln>
              <ns1:noFill/>
            </ns1:ln>
          </ns0:spPr>
          <ns0:style>
            <ns1:lnRef idx="2">
              <ns1:schemeClr val="accent1">
                <ns1:shade val="50000"/>
              </ns1:schemeClr>
            </ns1:lnRef>
            <ns1:fillRef idx="1">
              <ns1:schemeClr val="accent1"/>
            </ns1:fillRef>
            <ns1:effectRef idx="0">
              <ns1:schemeClr val="accent1"/>
            </ns1:effectRef>
            <ns1:fontRef idx="minor">
              <ns1:schemeClr val="lt1"/>
            </ns1:fontRef>
          </ns0:style>
          <ns0:txBody>
            <ns1:bodyPr rtlCol="0" anchor="ctr"/>
            <ns1:lstStyle/>
            <ns1:p>
              <ns1:pPr algn="ctr"/>
              <ns1:endParaRPr lang="en-US"/>
            </ns1:p>
          </ns0:txBody>
        </ns0:sp>
        <ns0:pic>
          <ns0:nvPicPr>
            <ns0:cNvPr id="11" name="Picture 2">
              <ns1:extLst>
                <ns1:ext uri="{FF2B5EF4-FFF2-40B4-BE49-F238E27FC236}">
                  <ns3:creationId id="{F9C2C800-C3E3-4317-A3CC-1558D71F14BC}"/>
                </ns1:ext>
                <ns1:ext uri="{C183D7F6-B498-43B3-948B-1728B52AA6E4}">
                  <ns4:decorative val="1"/>
                </ns1:ext>
              </ns1:extLst>
            </ns0:cNvPr>
            <ns0:cNvPicPr>
              <ns1:picLocks noChangeAspect="1" noChangeArrowheads="1"/>
            </ns0:cNvPicPr>
            <ns0:nvPr>
              <ns0:extLst>
                <ns0:ext uri="{386F3935-93C4-4BCD-93E2-E3B085C9AB24}">
                  <ns5:designElem val="1"/>
                </ns0:ext>
              </ns0:extLst>
            </ns0:nvPr>
          </ns0:nvPicPr>
          <ns0:blipFill>
            <ns1:blip ns2:embed="rId3">
              <ns1:alphaModFix amt="30000"/>
              <ns1:duotone>
                <ns1:prstClr val="black"/>
                <ns1:schemeClr val="tx2">
                  <ns1:tint val="45000"/>
                  <ns1:satMod val="400000"/>
                </ns1:schemeClr>
              </ns1:duotone>
              <ns1:extLst>
                <ns1:ext uri="{28A0092B-C50C-407E-A947-70E740481C1C}">
                  <ns6:useLocalDpi val="0"/>
                </ns1:ext>
              </ns1:extLst>
            </ns1:blip>
            <ns1:srcRect/>
            <ns1:stretch>
              <ns1:fillRect/>
            </ns1:stretch>
          </ns0:blipFill>
          <ns0:spPr bwMode="auto">
            <ns1:xfrm>
              <ns1:off x="0" y="-1"/>
              <ns1:ext cx="12192003" cy="6858001"/>
            </ns1:xfrm>
            <ns1:prstGeom prst="rect">
              <ns1:avLst/>
            </ns1:prstGeom>
            <ns1:noFill/>
            <ns1:extLst>
              <ns1:ext uri="{909E8E84-426E-40dd-AFC4-6F175D3DCCD1}">
                <ns6:hiddenFill>
                  <ns1:solidFill>
                    <ns1:srgbClr val="FFFFFF"/>
                  </ns1:solidFill>
                </ns6:hiddenFill>
              </ns1:ext>
            </ns1:extLst>
          </ns0:spPr>
        </ns0:pic>
      </ns0:grpSp>
      <ns0:pic>
        <ns0:nvPicPr>
          <ns0:cNvPr id="4" name="Picture 3">
            <ns1:extLst>
              <ns1:ext uri="{FF2B5EF4-FFF2-40B4-BE49-F238E27FC236}">
                <ns3:creationId id="{4B216623-4B59-4FC0-8E90-468349035D24}"/>
              </ns1:ext>
            </ns1:extLst>
          </ns0:cNvPr>
          <ns0:cNvPicPr>
            <ns1:picLocks noChangeAspect="1"/>
          </ns0:cNvPicPr>
          <ns0:nvPr/>
        </ns0:nvPicPr>
        <ns0:blipFill>
          <ns1:blip ns2:embed="rId4">
            <ns1:alphaModFix/>
          </ns1:blip>
          <ns1:srcRect b="16020"/>
          <ns1:stretch>
            <ns1:fillRect/>
          </ns1:stretch>
        </ns0:blipFill>
        <ns0:spPr>
          <ns1:xfrm>
            <ns1:off x="3611" y="10"/>
            <ns1:ext cx="12188389" cy="6857990"/>
          </ns1:xfrm>
          <ns1:prstGeom prst="rect">
            <ns1:avLst/>
          </ns1:prstGeom>
        </ns0:spPr>
      </ns0:pic>
      <ns0:grpSp>
        <ns0:nvGrpSpPr>
          <ns0:cNvPr id="13" name="Group 12">
            <ns1:extLst>
              <ns1:ext uri="{FF2B5EF4-FFF2-40B4-BE49-F238E27FC236}">
                <ns3:creationId id="{15502586-682B-4EDF-9515-674BB4E1CD13}"/>
              </ns1:ext>
              <ns1:ext uri="{C183D7F6-B498-43B3-948B-1728B52AA6E4}">
                <ns4:decorative val="1"/>
              </ns1:ext>
            </ns1:extLst>
          </ns0:cNvPr>
          <ns0:cNvGrpSpPr>
            <ns1:grpSpLocks noGrp="1" noUngrp="1" noRot="1" noChangeAspect="1" noMove="1" noResize="1"/>
          </ns0:cNvGrpSpPr>
          <ns0:nvPr>
            <ns0:extLst>
              <ns0:ext uri="{386F3935-93C4-4BCD-93E2-E3B085C9AB24}">
                <ns5:designElem val="1"/>
              </ns0:ext>
            </ns0:extLst>
          </ns0:nvPr>
        </ns0:nvGrpSpPr>
        <ns0:grpSpPr>
          <ns1:xfrm>
            <ns1:off x="372533" y="0"/>
            <ns1:ext cx="11455400" cy="6848476"/>
            <ns1:chOff x="372533" y="0"/>
            <ns1:chExt cx="11455400" cy="6848476"/>
          </ns1:xfrm>
        </ns0:grpSpPr>
        <ns0:sp>
          <ns0:nvSpPr>
            <ns0:cNvPr id="14" name="Round Diagonal Corner Rectangle 7">
              <ns1:extLst>
                <ns1:ext uri="{FF2B5EF4-FFF2-40B4-BE49-F238E27FC236}">
                  <ns3:creationId id="{C4491F87-B86B-413A-ACCD-56525E5330AF}"/>
                </ns1:ext>
                <ns1:ext uri="{C183D7F6-B498-43B3-948B-1728B52AA6E4}">
                  <ns4:decorative val="1"/>
                </ns1:ext>
              </ns1:extLst>
            </ns0:cNvPr>
            <ns0:cNvSpPr/>
            <ns0:nvPr>
              <ns0:extLst>
                <ns0:ext uri="{386F3935-93C4-4BCD-93E2-E3B085C9AB24}">
                  <ns5:designElem val="1"/>
                </ns0:ext>
              </ns0:extLst>
            </ns0:nvPr>
          </ns0:nvSpPr>
          <ns0:spPr>
            <ns1:xfrm>
              <ns1:off x="922867" y="766234"/>
              <ns1:ext cx="10346266" cy="5325532"/>
            </ns1:xfrm>
            <ns1:prstGeom prst="round2DiagRect">
              <ns1:avLst>
                <ns1:gd name="adj1" fmla="val 4147"/>
                <ns1:gd name="adj2" fmla="val 0"/>
              </ns1:avLst>
            </ns1:prstGeom>
            <ns1:solidFill>
              <ns1:schemeClr val="bg1">
                <ns1:alpha val="80000"/>
              </ns1:schemeClr>
            </ns1:solidFill>
            <ns1:ln w="19050" cap="sq">
              <ns1:solidFill>
                <ns1:schemeClr val="tx2">
                  <ns1:alpha val="60000"/>
                </ns1:schemeClr>
              </ns1:solidFill>
              <ns1:miter lim="800000"/>
            </ns1:ln>
            <ns1:effectLst>
              <ns1:outerShdw blurRad="88900" dist="38100" dir="5400000" algn="t" rotWithShape="0">
                <ns1:prstClr val="black">
                  <ns1:alpha val="40000"/>
                </ns1:prstClr>
              </ns1:outerShdw>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lang="en-US"/>
            </ns1:p>
          </ns0:txBody>
        </ns0:sp>
        <ns0:grpSp>
          <ns0:nvGrpSpPr>
            <ns0:cNvPr id="15" name="Group 14">
              <ns1:extLst>
                <ns1:ext uri="{FF2B5EF4-FFF2-40B4-BE49-F238E27FC236}">
                  <ns3:creationId id="{04A25545-7FDA-465A-8546-9D927F8286FD}"/>
                </ns1:ext>
                <ns1:ext uri="{C183D7F6-B498-43B3-948B-1728B52AA6E4}">
                  <ns4:decorative val="1"/>
                </ns1:ext>
              </ns1:extLst>
            </ns0:cNvPr>
            <ns0:cNvGrpSpPr/>
            <ns0:nvPr>
              <ns0:extLst>
                <ns0:ext uri="{386F3935-93C4-4BCD-93E2-E3B085C9AB24}">
                  <ns5:designElem val="1"/>
                </ns0:ext>
              </ns0:extLst>
            </ns0:nvPr>
          </ns0:nvGrpSpPr>
          <ns0:grpSpPr>
            <ns1:xfrm>
              <ns1:off x="11085512" y="0"/>
              <ns1:ext cx="650875" cy="1730375"/>
              <ns1:chOff x="11347978" y="0"/>
              <ns1:chExt cx="650875" cy="1730375"/>
            </ns1:xfrm>
          </ns0:grpSpPr>
          <ns0:sp>
            <ns0:nvSpPr>
              <ns0:cNvPr id="35" name="Freeform 32">
                <ns1:extLst>
                  <ns1:ext uri="{FF2B5EF4-FFF2-40B4-BE49-F238E27FC236}">
                    <ns3:creationId id="{0AC67F09-E0D9-410A-A4DE-72D31697EBC2}"/>
                  </ns1:ext>
                  <ns1:ext uri="{C183D7F6-B498-43B3-948B-1728B52AA6E4}">
                    <ns4:decorative val="1"/>
                  </ns1:ext>
                </ns1:extLst>
              </ns0:cNvPr>
              <ns0:cNvSpPr/>
              <ns0:nvPr>
                <ns0:extLst>
                  <ns0:ext uri="{386F3935-93C4-4BCD-93E2-E3B085C9AB24}">
                    <ns5:designElem val="1"/>
                  </ns0:ext>
                </ns0:extLst>
              </ns0:nvPr>
            </ns0:nvSpPr>
            <ns0:spPr bwMode="auto">
              <ns1:xfrm>
                <ns1:off x="11467041" y="0"/>
                <ns1:ext cx="417513" cy="512763"/>
              </ns1:xfrm>
              <ns1:custGeom>
                <ns1:avLst/>
                <ns1:gdLst/>
                <ns1:ahLst/>
                <ns1:cxnLst/>
                <ns1:rect l="0" t="0" r="r" b="b"/>
                <ns1:pathLst>
                  <ns1:path w="263" h="323">
                    <ns1:moveTo>
                      <ns1:pt x="12" y="323"/>
                    </ns1:moveTo>
                    <ns1:lnTo>
                      <ns1:pt x="0" y="314"/>
                    </ns1:lnTo>
                    <ns1:lnTo>
                      <ns1:pt x="203" y="108"/>
                    </ns1:lnTo>
                    <ns1:lnTo>
                      <ns1:pt x="248" y="0"/>
                    </ns1:lnTo>
                    <ns1:lnTo>
                      <ns1:pt x="263" y="6"/>
                    </ns1:lnTo>
                    <ns1:lnTo>
                      <ns1:pt x="218" y="117"/>
                    </ns1:lnTo>
                    <ns1:lnTo>
                      <ns1:pt x="218" y="117"/>
                    </ns1:lnTo>
                    <ns1:lnTo>
                      <ns1:pt x="12" y="323"/>
                    </ns1:lnTo>
                    <ns1:close/>
                  </ns1:path>
                </ns1:pathLst>
              </ns1:custGeom>
              <ns1:solidFill>
                <ns1:schemeClr val="tx2">
                  <ns1:alpha val="80000"/>
                </ns1:schemeClr>
              </ns1:solidFill>
              <ns1:ln>
                <ns1:noFill/>
              </ns1:ln>
            </ns0:spPr>
            <ns0:txBody>
              <ns1:bodyPr/>
              <ns1:lstStyle/>
              <ns1:p>
                <ns1:endParaRPr lang="en-ZA"/>
              </ns1:p>
            </ns0:txBody>
          </ns0:sp>
          <ns0:sp>
            <ns0:nvSpPr>
              <ns0:cNvPr id="36" name="Freeform 33">
                <ns1:extLst>
                  <ns1:ext uri="{FF2B5EF4-FFF2-40B4-BE49-F238E27FC236}">
                    <ns3:creationId id="{B78F2FDE-85C9-4650-919F-C35464007D78}"/>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347978" y="474663"/>
                <ns1:ext cx="157163" cy="152400"/>
              </ns1:xfrm>
              <ns1:custGeom>
                <ns1:avLst/>
                <ns1:gdLst/>
                <ns1:ahLst/>
                <ns1:cxnLst/>
                <ns1:rect l="0" t="0" r="r" b="b"/>
                <ns1:pathLst>
                  <ns1:path w="33" h="32">
                    <ns1:moveTo>
                      <ns1:pt x="17" y="32"/>
                    </ns1:moveTo>
                    <ns1:cubicBezTo>
                      <ns1:pt x="13" y="32"/>
                      <ns1:pt x="9" y="30"/>
                      <ns1:pt x="6" y="27"/>
                    </ns1:cubicBezTo>
                    <ns1:cubicBezTo>
                      <ns1:pt x="0" y="21"/>
                      <ns1:pt x="0" y="11"/>
                      <ns1:pt x="6" y="5"/>
                    </ns1:cubicBezTo>
                    <ns1:cubicBezTo>
                      <ns1:pt x="9" y="2"/>
                      <ns1:pt x="13" y="0"/>
                      <ns1:pt x="17" y="0"/>
                    </ns1:cubicBezTo>
                    <ns1:cubicBezTo>
                      <ns1:pt x="21" y="0"/>
                      <ns1:pt x="25" y="2"/>
                      <ns1:pt x="28" y="5"/>
                    </ns1:cubicBezTo>
                    <ns1:cubicBezTo>
                      <ns1:pt x="31" y="8"/>
                      <ns1:pt x="33" y="12"/>
                      <ns1:pt x="33" y="16"/>
                    </ns1:cubicBezTo>
                    <ns1:cubicBezTo>
                      <ns1:pt x="33" y="20"/>
                      <ns1:pt x="31" y="24"/>
                      <ns1:pt x="28" y="27"/>
                    </ns1:cubicBezTo>
                    <ns1:cubicBezTo>
                      <ns1:pt x="25" y="30"/>
                      <ns1:pt x="21" y="32"/>
                      <ns1:pt x="17" y="32"/>
                    </ns1:cubicBezTo>
                    <ns1:close/>
                    <ns1:moveTo>
                      <ns1:pt x="17" y="4"/>
                    </ns1:moveTo>
                    <ns1:cubicBezTo>
                      <ns1:pt x="14" y="4"/>
                      <ns1:pt x="11" y="6"/>
                      <ns1:pt x="9" y="8"/>
                    </ns1:cubicBezTo>
                    <ns1:cubicBezTo>
                      <ns1:pt x="4" y="12"/>
                      <ns1:pt x="4" y="20"/>
                      <ns1:pt x="9" y="24"/>
                    </ns1:cubicBezTo>
                    <ns1:cubicBezTo>
                      <ns1:pt x="11" y="27"/>
                      <ns1:pt x="14" y="28"/>
                      <ns1:pt x="17" y="28"/>
                    </ns1:cubicBezTo>
                    <ns1:cubicBezTo>
                      <ns1:pt x="20" y="28"/>
                      <ns1:pt x="23" y="27"/>
                      <ns1:pt x="26" y="24"/>
                    </ns1:cubicBezTo>
                    <ns1:cubicBezTo>
                      <ns1:pt x="30" y="20"/>
                      <ns1:pt x="30" y="12"/>
                      <ns1:pt x="26" y="8"/>
                    </ns1:cubicBezTo>
                    <ns1:cubicBezTo>
                      <ns1:pt x="23" y="6"/>
                      <ns1:pt x="20"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37" name="Freeform 34">
                <ns1:extLst>
                  <ns1:ext uri="{FF2B5EF4-FFF2-40B4-BE49-F238E27FC236}">
                    <ns3:creationId id="{57DD2F8B-5242-455C-B03F-E2F6B6732EFD}"/>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614678" y="1539875"/>
                <ns1:ext cx="188913"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38" name="Freeform 37">
                <ns1:extLst>
                  <ns1:ext uri="{FF2B5EF4-FFF2-40B4-BE49-F238E27FC236}">
                    <ns3:creationId id="{B8CE3E90-8A76-4CD5-B28C-D71FF37185DB}"/>
                  </ns1:ext>
                  <ns1:ext uri="{C183D7F6-B498-43B3-948B-1728B52AA6E4}">
                    <ns4:decorative val="1"/>
                  </ns1:ext>
                </ns1:extLst>
              </ns0:cNvPr>
              <ns0:cNvSpPr/>
              <ns0:nvPr>
                <ns0:extLst>
                  <ns0:ext uri="{386F3935-93C4-4BCD-93E2-E3B085C9AB24}">
                    <ns5:designElem val="1"/>
                  </ns0:ext>
                </ns0:extLst>
              </ns0:nvPr>
            </ns0:nvSpPr>
            <ns0:spPr bwMode="auto">
              <ns1:xfrm>
                <ns1:off x="11694053" y="4763"/>
                <ns1:ext cx="304800" cy="1544638"/>
              </ns1:xfrm>
              <ns1:custGeom>
                <ns1:avLst/>
                <ns1:gdLst/>
                <ns1:ahLst/>
                <ns1:cxnLst/>
                <ns1:rect l="0" t="0" r="r" b="b"/>
                <ns1:pathLst>
                  <ns1:path w="192" h="973">
                    <ns1:moveTo>
                      <ns1:pt x="15" y="973"/>
                    </ns1:moveTo>
                    <ns1:lnTo>
                      <ns1:pt x="0" y="973"/>
                    </ns1:lnTo>
                    <ns1:lnTo>
                      <ns1:pt x="0" y="790"/>
                    </ns1:lnTo>
                    <ns1:lnTo>
                      <ns1:pt x="174" y="614"/>
                    </ns1:lnTo>
                    <ns1:lnTo>
                      <ns1:pt x="174" y="0"/>
                    </ns1:lnTo>
                    <ns1:lnTo>
                      <ns1:pt x="192" y="0"/>
                    </ns1:lnTo>
                    <ns1:lnTo>
                      <ns1:pt x="192" y="620"/>
                    </ns1:lnTo>
                    <ns1:lnTo>
                      <ns1:pt x="15" y="796"/>
                    </ns1:lnTo>
                    <ns1:lnTo>
                      <ns1:pt x="15" y="973"/>
                    </ns1:lnTo>
                    <ns1:close/>
                  </ns1:path>
                </ns1:pathLst>
              </ns1:custGeom>
              <ns1:solidFill>
                <ns1:schemeClr val="tx2">
                  <ns1:alpha val="80000"/>
                </ns1:schemeClr>
              </ns1:solidFill>
              <ns1:ln>
                <ns1:noFill/>
              </ns1:ln>
            </ns0:spPr>
            <ns0:txBody>
              <ns1:bodyPr/>
              <ns1:lstStyle/>
              <ns1:p>
                <ns1:endParaRPr lang="en-ZA"/>
              </ns1:p>
            </ns0:txBody>
          </ns0:sp>
        </ns0:grpSp>
        <ns0:grpSp>
          <ns0:nvGrpSpPr>
            <ns0:cNvPr id="16" name="Group 15">
              <ns1:extLst>
                <ns1:ext uri="{FF2B5EF4-FFF2-40B4-BE49-F238E27FC236}">
                  <ns3:creationId id="{4C374541-D033-4B72-A232-5461EEAD4DF2}"/>
                </ns1:ext>
                <ns1:ext uri="{C183D7F6-B498-43B3-948B-1728B52AA6E4}">
                  <ns4:decorative val="1"/>
                </ns1:ext>
              </ns1:extLst>
            </ns0:cNvPr>
            <ns0:cNvGrpSpPr/>
            <ns0:nvPr>
              <ns0:extLst>
                <ns0:ext uri="{386F3935-93C4-4BCD-93E2-E3B085C9AB24}">
                  <ns5:designElem val="1"/>
                </ns0:ext>
              </ns0:extLst>
            </ns0:nvPr>
          </ns0:nvGrpSpPr>
          <ns0:grpSpPr>
            <ns1:xfrm flipH="1">
              <ns1:off x="11229445" y="4867275"/>
              <ns1:ext cx="598488" cy="1981201"/>
              <ns1:chOff x="11424178" y="4867275"/>
              <ns1:chExt cx="598488" cy="1981201"/>
            </ns1:xfrm>
          </ns0:grpSpPr>
          <ns0:sp>
            <ns0:nvSpPr>
              <ns0:cNvPr id="29" name="Freeform 35">
                <ns1:extLst>
                  <ns1:ext uri="{FF2B5EF4-FFF2-40B4-BE49-F238E27FC236}">
                    <ns3:creationId id="{94766BAB-FE6E-4247-886B-736F831FEB31}"/>
                  </ns1:ext>
                  <ns1:ext uri="{C183D7F6-B498-43B3-948B-1728B52AA6E4}">
                    <ns4:decorative val="1"/>
                  </ns1:ext>
                </ns1:extLst>
              </ns0:cNvPr>
              <ns0:cNvSpPr/>
              <ns0:nvPr>
                <ns0:extLst>
                  <ns0:ext uri="{386F3935-93C4-4BCD-93E2-E3B085C9AB24}">
                    <ns5:designElem val="1"/>
                  </ns0:ext>
                </ns0:extLst>
              </ns0:nvPr>
            </ns0:nvSpPr>
            <ns0:spPr bwMode="auto">
              <ns1:xfrm>
                <ns1:off x="11514666" y="5694363"/>
                <ns1:ext cx="298450" cy="1154113"/>
              </ns1:xfrm>
              <ns1:custGeom>
                <ns1:avLst/>
                <ns1:gdLst/>
                <ns1:ahLst/>
                <ns1:cxnLst/>
                <ns1:rect l="0" t="0" r="r" b="b"/>
                <ns1:pathLst>
                  <ns1:path w="188" h="727">
                    <ns1:moveTo>
                      <ns1:pt x="15" y="727"/>
                    </ns1:moveTo>
                    <ns1:lnTo>
                      <ns1:pt x="0" y="727"/>
                    </ns1:lnTo>
                    <ns1:lnTo>
                      <ns1:pt x="0" y="407"/>
                    </ns1:lnTo>
                    <ns1:lnTo>
                      <ns1:pt x="0" y="407"/>
                    </ns1:lnTo>
                    <ns1:lnTo>
                      <ns1:pt x="176" y="0"/>
                    </ns1:lnTo>
                    <ns1:lnTo>
                      <ns1:pt x="188" y="6"/>
                    </ns1:lnTo>
                    <ns1:lnTo>
                      <ns1:pt x="15" y="410"/>
                    </ns1:lnTo>
                    <ns1:lnTo>
                      <ns1:pt x="15" y="727"/>
                    </ns1:lnTo>
                    <ns1:close/>
                  </ns1:path>
                </ns1:pathLst>
              </ns1:custGeom>
              <ns1:solidFill>
                <ns1:schemeClr val="tx2">
                  <ns1:alpha val="80000"/>
                </ns1:schemeClr>
              </ns1:solidFill>
              <ns1:ln>
                <ns1:noFill/>
              </ns1:ln>
            </ns0:spPr>
            <ns0:txBody>
              <ns1:bodyPr/>
              <ns1:lstStyle/>
              <ns1:p>
                <ns1:endParaRPr lang="en-ZA"/>
              </ns1:p>
            </ns0:txBody>
          </ns0:sp>
          <ns0:sp>
            <ns0:nvSpPr>
              <ns0:cNvPr id="30" name="Freeform 36">
                <ns1:extLst>
                  <ns1:ext uri="{FF2B5EF4-FFF2-40B4-BE49-F238E27FC236}">
                    <ns3:creationId id="{3C954FB2-C7A0-468C-8AD2-C278DCA64213}"/>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755966" y="5551488"/>
                <ns1:ext cx="157163" cy="155575"/>
              </ns1:xfrm>
              <ns1:custGeom>
                <ns1:avLst/>
                <ns1:gdLst/>
                <ns1:ahLst/>
                <ns1:cxnLst/>
                <ns1:rect l="0" t="0" r="r" b="b"/>
                <ns1:pathLst>
                  <ns1:path w="33" h="33">
                    <ns1:moveTo>
                      <ns1:pt x="17" y="33"/>
                    </ns1:moveTo>
                    <ns1:cubicBezTo>
                      <ns1:pt x="8" y="33"/>
                      <ns1:pt x="0" y="25"/>
                      <ns1:pt x="0" y="16"/>
                    </ns1:cubicBezTo>
                    <ns1:cubicBezTo>
                      <ns1:pt x="0" y="7"/>
                      <ns1:pt x="8" y="0"/>
                      <ns1:pt x="17" y="0"/>
                    </ns1:cubicBezTo>
                    <ns1:cubicBezTo>
                      <ns1:pt x="26" y="0"/>
                      <ns1:pt x="33" y="7"/>
                      <ns1:pt x="33" y="16"/>
                    </ns1:cubicBezTo>
                    <ns1:cubicBezTo>
                      <ns1:pt x="33" y="25"/>
                      <ns1:pt x="26" y="33"/>
                      <ns1:pt x="17" y="33"/>
                    </ns1:cubicBezTo>
                    <ns1:close/>
                    <ns1:moveTo>
                      <ns1:pt x="17" y="4"/>
                    </ns1:moveTo>
                    <ns1:cubicBezTo>
                      <ns1:pt x="10" y="4"/>
                      <ns1:pt x="4" y="9"/>
                      <ns1:pt x="4" y="16"/>
                    </ns1:cubicBezTo>
                    <ns1:cubicBezTo>
                      <ns1:pt x="4" y="23"/>
                      <ns1:pt x="10" y="29"/>
                      <ns1:pt x="17" y="29"/>
                    </ns1:cubicBezTo>
                    <ns1:cubicBezTo>
                      <ns1:pt x="23" y="29"/>
                      <ns1:pt x="29" y="23"/>
                      <ns1:pt x="29" y="16"/>
                    </ns1:cubicBezTo>
                    <ns1:cubicBezTo>
                      <ns1:pt x="29" y="9"/>
                      <ns1:pt x="23"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31" name="Freeform 38">
                <ns1:extLst>
                  <ns1:ext uri="{FF2B5EF4-FFF2-40B4-BE49-F238E27FC236}">
                    <ns3:creationId id="{F52FBFD5-A528-4DB8-A802-814A7E421D69}"/>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619441" y="4867275"/>
                <ns1:ext cx="188913"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32" name="Freeform 39">
                <ns1:extLst>
                  <ns1:ext uri="{FF2B5EF4-FFF2-40B4-BE49-F238E27FC236}">
                    <ns3:creationId id="{E57CCB6D-72AF-4D41-8C6C-9750D43DC602}"/>
                  </ns1:ext>
                  <ns1:ext uri="{C183D7F6-B498-43B3-948B-1728B52AA6E4}">
                    <ns4:decorative val="1"/>
                  </ns1:ext>
                </ns1:extLst>
              </ns0:cNvPr>
              <ns0:cNvSpPr/>
              <ns0:nvPr>
                <ns0:extLst>
                  <ns0:ext uri="{386F3935-93C4-4BCD-93E2-E3B085C9AB24}">
                    <ns5:designElem val="1"/>
                  </ns0:ext>
                </ns0:extLst>
              </ns0:nvPr>
            </ns0:nvSpPr>
            <ns0:spPr bwMode="auto">
              <ns1:xfrm>
                <ns1:off x="11424178" y="5046663"/>
                <ns1:ext cx="307975" cy="1801813"/>
              </ns1:xfrm>
              <ns1:custGeom>
                <ns1:avLst/>
                <ns1:gdLst/>
                <ns1:ahLst/>
                <ns1:cxnLst/>
                <ns1:rect l="0" t="0" r="r" b="b"/>
                <ns1:pathLst>
                  <ns1:path w="194" h="1135">
                    <ns1:moveTo>
                      <ns1:pt x="18" y="1135"/>
                    </ns1:moveTo>
                    <ns1:lnTo>
                      <ns1:pt x="0" y="1135"/>
                    </ns1:lnTo>
                    <ns1:lnTo>
                      <ns1:pt x="0" y="354"/>
                    </ns1:lnTo>
                    <ns1:lnTo>
                      <ns1:pt x="176" y="177"/>
                    </ns1:lnTo>
                    <ns1:lnTo>
                      <ns1:pt x="176" y="0"/>
                    </ns1:lnTo>
                    <ns1:lnTo>
                      <ns1:pt x="194" y="0"/>
                    </ns1:lnTo>
                    <ns1:lnTo>
                      <ns1:pt x="194" y="183"/>
                    </ns1:lnTo>
                    <ns1:lnTo>
                      <ns1:pt x="18" y="360"/>
                    </ns1:lnTo>
                    <ns1:lnTo>
                      <ns1:pt x="18" y="1135"/>
                    </ns1:lnTo>
                    <ns1:close/>
                  </ns1:path>
                </ns1:pathLst>
              </ns1:custGeom>
              <ns1:solidFill>
                <ns1:schemeClr val="tx2">
                  <ns1:alpha val="80000"/>
                </ns1:schemeClr>
              </ns1:solidFill>
              <ns1:ln>
                <ns1:noFill/>
              </ns1:ln>
            </ns0:spPr>
            <ns0:txBody>
              <ns1:bodyPr/>
              <ns1:lstStyle/>
              <ns1:p>
                <ns1:endParaRPr lang="en-ZA"/>
              </ns1:p>
            </ns0:txBody>
          </ns0:sp>
          <ns0:sp>
            <ns0:nvSpPr>
              <ns0:cNvPr id="33" name="Freeform 40">
                <ns1:extLst>
                  <ns1:ext uri="{FF2B5EF4-FFF2-40B4-BE49-F238E27FC236}">
                    <ns3:creationId id="{19D203AA-CF94-405B-800C-0C798552188A}"/>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ns1:off x="11832166" y="6416675"/>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34" name="Rectangle 41">
                <ns1:extLst>
                  <ns1:ext uri="{FF2B5EF4-FFF2-40B4-BE49-F238E27FC236}">
                    <ns3:creationId id="{7D053665-E810-419F-9D63-2A54CB47738C}"/>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ns1:off x="11922653" y="6596063"/>
                <ns1:ext cx="23813" cy="252413"/>
              </ns1:xfrm>
              <ns1:prstGeom prst="rect">
                <ns1:avLst/>
              </ns1:prstGeom>
              <ns1:solidFill>
                <ns1:schemeClr val="tx2">
                  <ns1:alpha val="80000"/>
                </ns1:schemeClr>
              </ns1:solidFill>
              <ns1:ln>
                <ns1:noFill/>
              </ns1:ln>
            </ns0:spPr>
            <ns0:txBody>
              <ns1:bodyPr/>
              <ns1:lstStyle/>
              <ns1:p>
                <ns1:endParaRPr lang="en-ZA"/>
              </ns1:p>
            </ns0:txBody>
          </ns0:sp>
        </ns0:grpSp>
        <ns0:grpSp>
          <ns0:nvGrpSpPr>
            <ns0:cNvPr id="17" name="Group 16">
              <ns1:extLst>
                <ns1:ext uri="{FF2B5EF4-FFF2-40B4-BE49-F238E27FC236}">
                  <ns3:creationId id="{DEAF6153-6BF6-448C-81C1-2817B0F78001}"/>
                </ns1:ext>
                <ns1:ext uri="{C183D7F6-B498-43B3-948B-1728B52AA6E4}">
                  <ns4:decorative val="1"/>
                </ns1:ext>
              </ns1:extLst>
            </ns0:cNvPr>
            <ns0:cNvGrpSpPr/>
            <ns0:nvPr>
              <ns0:extLst>
                <ns0:ext uri="{386F3935-93C4-4BCD-93E2-E3B085C9AB24}">
                  <ns5:designElem val="1"/>
                </ns0:ext>
              </ns0:extLst>
            </ns0:nvPr>
          </ns0:nvGrpSpPr>
          <ns0:grpSpPr>
            <ns1:xfrm flipH="1">
              <ns1:off x="440267" y="5118101"/>
              <ns1:ext cx="650875" cy="1730375"/>
              <ns1:chOff x="118533" y="5118101"/>
              <ns1:chExt cx="650875" cy="1730375"/>
            </ns1:xfrm>
          </ns0:grpSpPr>
          <ns0:sp>
            <ns0:nvSpPr>
              <ns0:cNvPr id="25" name="Freeform 32">
                <ns1:extLst>
                  <ns1:ext uri="{FF2B5EF4-FFF2-40B4-BE49-F238E27FC236}">
                    <ns3:creationId id="{A7E0D3C0-552C-4741-AFBE-E665CEA0689B}"/>
                  </ns1:ext>
                  <ns1:ext uri="{C183D7F6-B498-43B3-948B-1728B52AA6E4}">
                    <ns4:decorative val="1"/>
                  </ns1:ext>
                </ns1:extLst>
              </ns0:cNvPr>
              <ns0:cNvSpPr/>
              <ns0:nvPr>
                <ns0:extLst>
                  <ns0:ext uri="{386F3935-93C4-4BCD-93E2-E3B085C9AB24}">
                    <ns5:designElem val="1"/>
                  </ns0:ext>
                </ns0:extLst>
              </ns0:nvPr>
            </ns0:nvSpPr>
            <ns0:spPr bwMode="auto">
              <ns1:xfrm flipV="1">
                <ns1:off x="237596" y="6335713"/>
                <ns1:ext cx="417513" cy="512763"/>
              </ns1:xfrm>
              <ns1:custGeom>
                <ns1:avLst/>
                <ns1:gdLst/>
                <ns1:ahLst/>
                <ns1:cxnLst/>
                <ns1:rect l="0" t="0" r="r" b="b"/>
                <ns1:pathLst>
                  <ns1:path w="263" h="323">
                    <ns1:moveTo>
                      <ns1:pt x="12" y="323"/>
                    </ns1:moveTo>
                    <ns1:lnTo>
                      <ns1:pt x="0" y="314"/>
                    </ns1:lnTo>
                    <ns1:lnTo>
                      <ns1:pt x="203" y="108"/>
                    </ns1:lnTo>
                    <ns1:lnTo>
                      <ns1:pt x="248" y="0"/>
                    </ns1:lnTo>
                    <ns1:lnTo>
                      <ns1:pt x="263" y="6"/>
                    </ns1:lnTo>
                    <ns1:lnTo>
                      <ns1:pt x="218" y="117"/>
                    </ns1:lnTo>
                    <ns1:lnTo>
                      <ns1:pt x="218" y="117"/>
                    </ns1:lnTo>
                    <ns1:lnTo>
                      <ns1:pt x="12" y="323"/>
                    </ns1:lnTo>
                    <ns1:close/>
                  </ns1:path>
                </ns1:pathLst>
              </ns1:custGeom>
              <ns1:solidFill>
                <ns1:schemeClr val="tx2">
                  <ns1:alpha val="80000"/>
                </ns1:schemeClr>
              </ns1:solidFill>
              <ns1:ln>
                <ns1:noFill/>
              </ns1:ln>
            </ns0:spPr>
            <ns0:txBody>
              <ns1:bodyPr/>
              <ns1:lstStyle/>
              <ns1:p>
                <ns1:endParaRPr lang="en-ZA"/>
              </ns1:p>
            </ns0:txBody>
          </ns0:sp>
          <ns0:sp>
            <ns0:nvSpPr>
              <ns0:cNvPr id="26" name="Freeform 33">
                <ns1:extLst>
                  <ns1:ext uri="{FF2B5EF4-FFF2-40B4-BE49-F238E27FC236}">
                    <ns3:creationId id="{CAF96EBF-4E74-4F88-BD05-A4AE1694A45B}"/>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118533" y="6221413"/>
                <ns1:ext cx="157163" cy="152400"/>
              </ns1:xfrm>
              <ns1:custGeom>
                <ns1:avLst/>
                <ns1:gdLst/>
                <ns1:ahLst/>
                <ns1:cxnLst/>
                <ns1:rect l="0" t="0" r="r" b="b"/>
                <ns1:pathLst>
                  <ns1:path w="33" h="32">
                    <ns1:moveTo>
                      <ns1:pt x="17" y="32"/>
                    </ns1:moveTo>
                    <ns1:cubicBezTo>
                      <ns1:pt x="13" y="32"/>
                      <ns1:pt x="9" y="30"/>
                      <ns1:pt x="6" y="27"/>
                    </ns1:cubicBezTo>
                    <ns1:cubicBezTo>
                      <ns1:pt x="0" y="21"/>
                      <ns1:pt x="0" y="11"/>
                      <ns1:pt x="6" y="5"/>
                    </ns1:cubicBezTo>
                    <ns1:cubicBezTo>
                      <ns1:pt x="9" y="2"/>
                      <ns1:pt x="13" y="0"/>
                      <ns1:pt x="17" y="0"/>
                    </ns1:cubicBezTo>
                    <ns1:cubicBezTo>
                      <ns1:pt x="21" y="0"/>
                      <ns1:pt x="25" y="2"/>
                      <ns1:pt x="28" y="5"/>
                    </ns1:cubicBezTo>
                    <ns1:cubicBezTo>
                      <ns1:pt x="31" y="8"/>
                      <ns1:pt x="33" y="12"/>
                      <ns1:pt x="33" y="16"/>
                    </ns1:cubicBezTo>
                    <ns1:cubicBezTo>
                      <ns1:pt x="33" y="20"/>
                      <ns1:pt x="31" y="24"/>
                      <ns1:pt x="28" y="27"/>
                    </ns1:cubicBezTo>
                    <ns1:cubicBezTo>
                      <ns1:pt x="25" y="30"/>
                      <ns1:pt x="21" y="32"/>
                      <ns1:pt x="17" y="32"/>
                    </ns1:cubicBezTo>
                    <ns1:close/>
                    <ns1:moveTo>
                      <ns1:pt x="17" y="4"/>
                    </ns1:moveTo>
                    <ns1:cubicBezTo>
                      <ns1:pt x="14" y="4"/>
                      <ns1:pt x="11" y="6"/>
                      <ns1:pt x="9" y="8"/>
                    </ns1:cubicBezTo>
                    <ns1:cubicBezTo>
                      <ns1:pt x="4" y="12"/>
                      <ns1:pt x="4" y="20"/>
                      <ns1:pt x="9" y="24"/>
                    </ns1:cubicBezTo>
                    <ns1:cubicBezTo>
                      <ns1:pt x="11" y="27"/>
                      <ns1:pt x="14" y="28"/>
                      <ns1:pt x="17" y="28"/>
                    </ns1:cubicBezTo>
                    <ns1:cubicBezTo>
                      <ns1:pt x="20" y="28"/>
                      <ns1:pt x="23" y="27"/>
                      <ns1:pt x="26" y="24"/>
                    </ns1:cubicBezTo>
                    <ns1:cubicBezTo>
                      <ns1:pt x="30" y="20"/>
                      <ns1:pt x="30" y="12"/>
                      <ns1:pt x="26" y="8"/>
                    </ns1:cubicBezTo>
                    <ns1:cubicBezTo>
                      <ns1:pt x="23" y="6"/>
                      <ns1:pt x="20"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27" name="Freeform 34">
                <ns1:extLst>
                  <ns1:ext uri="{FF2B5EF4-FFF2-40B4-BE49-F238E27FC236}">
                    <ns3:creationId id="{D49C51B9-E4E4-410D-8AAB-7E308A1D4528}"/>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385233" y="5118101"/>
                <ns1:ext cx="188913" cy="190500"/>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28" name="Freeform 37">
                <ns1:extLst>
                  <ns1:ext uri="{FF2B5EF4-FFF2-40B4-BE49-F238E27FC236}">
                    <ns3:creationId id="{354F0627-1BD6-4455-967A-32DB31C82C3B}"/>
                  </ns1:ext>
                  <ns1:ext uri="{C183D7F6-B498-43B3-948B-1728B52AA6E4}">
                    <ns4:decorative val="1"/>
                  </ns1:ext>
                </ns1:extLst>
              </ns0:cNvPr>
              <ns0:cNvSpPr/>
              <ns0:nvPr>
                <ns0:extLst>
                  <ns0:ext uri="{386F3935-93C4-4BCD-93E2-E3B085C9AB24}">
                    <ns5:designElem val="1"/>
                  </ns0:ext>
                </ns0:extLst>
              </ns0:nvPr>
            </ns0:nvSpPr>
            <ns0:spPr bwMode="auto">
              <ns1:xfrm flipV="1">
                <ns1:off x="464608" y="5299075"/>
                <ns1:ext cx="304800" cy="1544638"/>
              </ns1:xfrm>
              <ns1:custGeom>
                <ns1:avLst/>
                <ns1:gdLst/>
                <ns1:ahLst/>
                <ns1:cxnLst/>
                <ns1:rect l="0" t="0" r="r" b="b"/>
                <ns1:pathLst>
                  <ns1:path w="192" h="973">
                    <ns1:moveTo>
                      <ns1:pt x="15" y="973"/>
                    </ns1:moveTo>
                    <ns1:lnTo>
                      <ns1:pt x="0" y="973"/>
                    </ns1:lnTo>
                    <ns1:lnTo>
                      <ns1:pt x="0" y="790"/>
                    </ns1:lnTo>
                    <ns1:lnTo>
                      <ns1:pt x="174" y="614"/>
                    </ns1:lnTo>
                    <ns1:lnTo>
                      <ns1:pt x="174" y="0"/>
                    </ns1:lnTo>
                    <ns1:lnTo>
                      <ns1:pt x="192" y="0"/>
                    </ns1:lnTo>
                    <ns1:lnTo>
                      <ns1:pt x="192" y="620"/>
                    </ns1:lnTo>
                    <ns1:lnTo>
                      <ns1:pt x="15" y="796"/>
                    </ns1:lnTo>
                    <ns1:lnTo>
                      <ns1:pt x="15" y="973"/>
                    </ns1:lnTo>
                    <ns1:close/>
                  </ns1:path>
                </ns1:pathLst>
              </ns1:custGeom>
              <ns1:solidFill>
                <ns1:schemeClr val="tx2">
                  <ns1:alpha val="80000"/>
                </ns1:schemeClr>
              </ns1:solidFill>
              <ns1:ln>
                <ns1:noFill/>
              </ns1:ln>
            </ns0:spPr>
            <ns0:txBody>
              <ns1:bodyPr/>
              <ns1:lstStyle/>
              <ns1:p>
                <ns1:endParaRPr lang="en-ZA"/>
              </ns1:p>
            </ns0:txBody>
          </ns0:sp>
        </ns0:grpSp>
        <ns0:grpSp>
          <ns0:nvGrpSpPr>
            <ns0:cNvPr id="18" name="Group 17">
              <ns1:extLst>
                <ns1:ext uri="{FF2B5EF4-FFF2-40B4-BE49-F238E27FC236}">
                  <ns3:creationId id="{BC21AED9-0CB5-426C-A1C4-6EEB548050D5}"/>
                </ns1:ext>
                <ns1:ext uri="{C183D7F6-B498-43B3-948B-1728B52AA6E4}">
                  <ns4:decorative val="1"/>
                </ns1:ext>
              </ns1:extLst>
            </ns0:cNvPr>
            <ns0:cNvGrpSpPr/>
            <ns0:nvPr>
              <ns0:extLst>
                <ns0:ext uri="{386F3935-93C4-4BCD-93E2-E3B085C9AB24}">
                  <ns5:designElem val="1"/>
                </ns0:ext>
              </ns0:extLst>
            </ns0:nvPr>
          </ns0:nvGrpSpPr>
          <ns0:grpSpPr>
            <ns1:xfrm>
              <ns1:off x="372533" y="0"/>
              <ns1:ext cx="598488" cy="1981201"/>
              <ns1:chOff x="194733" y="0"/>
              <ns1:chExt cx="598488" cy="1981201"/>
            </ns1:xfrm>
          </ns0:grpSpPr>
          <ns0:sp>
            <ns0:nvSpPr>
              <ns0:cNvPr id="19" name="Freeform 35">
                <ns1:extLst>
                  <ns1:ext uri="{FF2B5EF4-FFF2-40B4-BE49-F238E27FC236}">
                    <ns3:creationId id="{8D8A778B-9916-47AC-A28A-07F01A83F499}"/>
                  </ns1:ext>
                  <ns1:ext uri="{C183D7F6-B498-43B3-948B-1728B52AA6E4}">
                    <ns4:decorative val="1"/>
                  </ns1:ext>
                </ns1:extLst>
              </ns0:cNvPr>
              <ns0:cNvSpPr/>
              <ns0:nvPr>
                <ns0:extLst>
                  <ns0:ext uri="{386F3935-93C4-4BCD-93E2-E3B085C9AB24}">
                    <ns5:designElem val="1"/>
                  </ns0:ext>
                </ns0:extLst>
              </ns0:nvPr>
            </ns0:nvSpPr>
            <ns0:spPr bwMode="auto">
              <ns1:xfrm flipV="1">
                <ns1:off x="285221" y="0"/>
                <ns1:ext cx="298450" cy="1154113"/>
              </ns1:xfrm>
              <ns1:custGeom>
                <ns1:avLst/>
                <ns1:gdLst/>
                <ns1:ahLst/>
                <ns1:cxnLst/>
                <ns1:rect l="0" t="0" r="r" b="b"/>
                <ns1:pathLst>
                  <ns1:path w="188" h="727">
                    <ns1:moveTo>
                      <ns1:pt x="15" y="727"/>
                    </ns1:moveTo>
                    <ns1:lnTo>
                      <ns1:pt x="0" y="727"/>
                    </ns1:lnTo>
                    <ns1:lnTo>
                      <ns1:pt x="0" y="407"/>
                    </ns1:lnTo>
                    <ns1:lnTo>
                      <ns1:pt x="0" y="407"/>
                    </ns1:lnTo>
                    <ns1:lnTo>
                      <ns1:pt x="176" y="0"/>
                    </ns1:lnTo>
                    <ns1:lnTo>
                      <ns1:pt x="188" y="6"/>
                    </ns1:lnTo>
                    <ns1:lnTo>
                      <ns1:pt x="15" y="410"/>
                    </ns1:lnTo>
                    <ns1:lnTo>
                      <ns1:pt x="15" y="727"/>
                    </ns1:lnTo>
                    <ns1:close/>
                  </ns1:path>
                </ns1:pathLst>
              </ns1:custGeom>
              <ns1:solidFill>
                <ns1:schemeClr val="tx2">
                  <ns1:alpha val="80000"/>
                </ns1:schemeClr>
              </ns1:solidFill>
              <ns1:ln>
                <ns1:noFill/>
              </ns1:ln>
            </ns0:spPr>
            <ns0:txBody>
              <ns1:bodyPr/>
              <ns1:lstStyle/>
              <ns1:p>
                <ns1:endParaRPr lang="en-ZA"/>
              </ns1:p>
            </ns0:txBody>
          </ns0:sp>
          <ns0:sp>
            <ns0:nvSpPr>
              <ns0:cNvPr id="20" name="Freeform 36">
                <ns1:extLst>
                  <ns1:ext uri="{FF2B5EF4-FFF2-40B4-BE49-F238E27FC236}">
                    <ns3:creationId id="{65323B96-DF0E-463C-B290-C22D3C553241}"/>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526521" y="1141413"/>
                <ns1:ext cx="157163" cy="155575"/>
              </ns1:xfrm>
              <ns1:custGeom>
                <ns1:avLst/>
                <ns1:gdLst/>
                <ns1:ahLst/>
                <ns1:cxnLst/>
                <ns1:rect l="0" t="0" r="r" b="b"/>
                <ns1:pathLst>
                  <ns1:path w="33" h="33">
                    <ns1:moveTo>
                      <ns1:pt x="17" y="33"/>
                    </ns1:moveTo>
                    <ns1:cubicBezTo>
                      <ns1:pt x="8" y="33"/>
                      <ns1:pt x="0" y="25"/>
                      <ns1:pt x="0" y="16"/>
                    </ns1:cubicBezTo>
                    <ns1:cubicBezTo>
                      <ns1:pt x="0" y="7"/>
                      <ns1:pt x="8" y="0"/>
                      <ns1:pt x="17" y="0"/>
                    </ns1:cubicBezTo>
                    <ns1:cubicBezTo>
                      <ns1:pt x="26" y="0"/>
                      <ns1:pt x="33" y="7"/>
                      <ns1:pt x="33" y="16"/>
                    </ns1:cubicBezTo>
                    <ns1:cubicBezTo>
                      <ns1:pt x="33" y="25"/>
                      <ns1:pt x="26" y="33"/>
                      <ns1:pt x="17" y="33"/>
                    </ns1:cubicBezTo>
                    <ns1:close/>
                    <ns1:moveTo>
                      <ns1:pt x="17" y="4"/>
                    </ns1:moveTo>
                    <ns1:cubicBezTo>
                      <ns1:pt x="10" y="4"/>
                      <ns1:pt x="4" y="9"/>
                      <ns1:pt x="4" y="16"/>
                    </ns1:cubicBezTo>
                    <ns1:cubicBezTo>
                      <ns1:pt x="4" y="23"/>
                      <ns1:pt x="10" y="29"/>
                      <ns1:pt x="17" y="29"/>
                    </ns1:cubicBezTo>
                    <ns1:cubicBezTo>
                      <ns1:pt x="23" y="29"/>
                      <ns1:pt x="29" y="23"/>
                      <ns1:pt x="29" y="16"/>
                    </ns1:cubicBezTo>
                    <ns1:cubicBezTo>
                      <ns1:pt x="29" y="9"/>
                      <ns1:pt x="23" y="4"/>
                      <ns1:pt x="17" y="4"/>
                    </ns1:cubicBezTo>
                    <ns1:close/>
                  </ns1:path>
                </ns1:pathLst>
              </ns1:custGeom>
              <ns1:solidFill>
                <ns1:schemeClr val="tx2">
                  <ns1:alpha val="80000"/>
                </ns1:schemeClr>
              </ns1:solidFill>
              <ns1:ln>
                <ns1:noFill/>
              </ns1:ln>
            </ns0:spPr>
            <ns0:txBody>
              <ns1:bodyPr/>
              <ns1:lstStyle/>
              <ns1:p>
                <ns1:endParaRPr lang="en-ZA"/>
              </ns1:p>
            </ns0:txBody>
          </ns0:sp>
          <ns0:sp>
            <ns0:nvSpPr>
              <ns0:cNvPr id="21" name="Freeform 38">
                <ns1:extLst>
                  <ns1:ext uri="{FF2B5EF4-FFF2-40B4-BE49-F238E27FC236}">
                    <ns3:creationId id="{65A0E255-1142-422E-A62A-5044177C5AE7}"/>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389996" y="1792288"/>
                <ns1:ext cx="188913"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1" y="4"/>
                      <ns1:pt x="4" y="11"/>
                      <ns1:pt x="4" y="20"/>
                    </ns1:cubicBezTo>
                    <ns1:cubicBezTo>
                      <ns1:pt x="4" y="29"/>
                      <ns1:pt x="11"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22" name="Freeform 39">
                <ns1:extLst>
                  <ns1:ext uri="{FF2B5EF4-FFF2-40B4-BE49-F238E27FC236}">
                    <ns3:creationId id="{233A955D-DB0D-42F8-B490-E01FB9C45C37}"/>
                  </ns1:ext>
                  <ns1:ext uri="{C183D7F6-B498-43B3-948B-1728B52AA6E4}">
                    <ns4:decorative val="1"/>
                  </ns1:ext>
                </ns1:extLst>
              </ns0:cNvPr>
              <ns0:cNvSpPr/>
              <ns0:nvPr>
                <ns0:extLst>
                  <ns0:ext uri="{386F3935-93C4-4BCD-93E2-E3B085C9AB24}">
                    <ns5:designElem val="1"/>
                  </ns0:ext>
                </ns0:extLst>
              </ns0:nvPr>
            </ns0:nvSpPr>
            <ns0:spPr bwMode="auto">
              <ns1:xfrm flipV="1">
                <ns1:off x="194733" y="0"/>
                <ns1:ext cx="307975" cy="1801813"/>
              </ns1:xfrm>
              <ns1:custGeom>
                <ns1:avLst/>
                <ns1:gdLst/>
                <ns1:ahLst/>
                <ns1:cxnLst/>
                <ns1:rect l="0" t="0" r="r" b="b"/>
                <ns1:pathLst>
                  <ns1:path w="194" h="1135">
                    <ns1:moveTo>
                      <ns1:pt x="18" y="1135"/>
                    </ns1:moveTo>
                    <ns1:lnTo>
                      <ns1:pt x="0" y="1135"/>
                    </ns1:lnTo>
                    <ns1:lnTo>
                      <ns1:pt x="0" y="354"/>
                    </ns1:lnTo>
                    <ns1:lnTo>
                      <ns1:pt x="176" y="177"/>
                    </ns1:lnTo>
                    <ns1:lnTo>
                      <ns1:pt x="176" y="0"/>
                    </ns1:lnTo>
                    <ns1:lnTo>
                      <ns1:pt x="194" y="0"/>
                    </ns1:lnTo>
                    <ns1:lnTo>
                      <ns1:pt x="194" y="183"/>
                    </ns1:lnTo>
                    <ns1:lnTo>
                      <ns1:pt x="18" y="360"/>
                    </ns1:lnTo>
                    <ns1:lnTo>
                      <ns1:pt x="18" y="1135"/>
                    </ns1:lnTo>
                    <ns1:close/>
                  </ns1:path>
                </ns1:pathLst>
              </ns1:custGeom>
              <ns1:solidFill>
                <ns1:schemeClr val="tx2">
                  <ns1:alpha val="80000"/>
                </ns1:schemeClr>
              </ns1:solidFill>
              <ns1:ln>
                <ns1:noFill/>
              </ns1:ln>
            </ns0:spPr>
            <ns0:txBody>
              <ns1:bodyPr/>
              <ns1:lstStyle/>
              <ns1:p>
                <ns1:endParaRPr lang="en-ZA"/>
              </ns1:p>
            </ns0:txBody>
          </ns0:sp>
          <ns0:sp>
            <ns0:nvSpPr>
              <ns0:cNvPr id="23" name="Freeform 40">
                <ns1:extLst>
                  <ns1:ext uri="{FF2B5EF4-FFF2-40B4-BE49-F238E27FC236}">
                    <ns3:creationId id="{F0F0C29B-EB52-470C-AF64-FC54F5C250F9}"/>
                  </ns1:ext>
                  <ns1:ext uri="{C183D7F6-B498-43B3-948B-1728B52AA6E4}">
                    <ns4:decorative val="1"/>
                  </ns1:ext>
                </ns1:extLst>
              </ns0:cNvPr>
              <ns0:cNvSpPr>
                <ns1:spLocks noEditPoints="1"/>
              </ns0:cNvSpPr>
              <ns0:nvPr>
                <ns0:extLst>
                  <ns0:ext uri="{386F3935-93C4-4BCD-93E2-E3B085C9AB24}">
                    <ns5:designElem val="1"/>
                  </ns0:ext>
                </ns0:extLst>
              </ns0:nvPr>
            </ns0:nvSpPr>
            <ns0:spPr bwMode="auto">
              <ns1:xfrm flipV="1">
                <ns1:off x="602721" y="242888"/>
                <ns1:ext cx="190500" cy="188913"/>
              </ns1:xfrm>
              <ns1:custGeom>
                <ns1:avLst/>
                <ns1:gdLst/>
                <ns1:ahLst/>
                <ns1:cxnLst/>
                <ns1:rect l="0" t="0" r="r" b="b"/>
                <ns1:pathLst>
                  <ns1:path w="40" h="40">
                    <ns1:moveTo>
                      <ns1:pt x="20" y="40"/>
                    </ns1:moveTo>
                    <ns1:cubicBezTo>
                      <ns1:pt x="9" y="40"/>
                      <ns1:pt x="0" y="31"/>
                      <ns1:pt x="0" y="20"/>
                    </ns1:cubicBezTo>
                    <ns1:cubicBezTo>
                      <ns1:pt x="0" y="9"/>
                      <ns1:pt x="9" y="0"/>
                      <ns1:pt x="20" y="0"/>
                    </ns1:cubicBezTo>
                    <ns1:cubicBezTo>
                      <ns1:pt x="31" y="0"/>
                      <ns1:pt x="40" y="9"/>
                      <ns1:pt x="40" y="20"/>
                    </ns1:cubicBezTo>
                    <ns1:cubicBezTo>
                      <ns1:pt x="40" y="31"/>
                      <ns1:pt x="31" y="40"/>
                      <ns1:pt x="20" y="40"/>
                    </ns1:cubicBezTo>
                    <ns1:close/>
                    <ns1:moveTo>
                      <ns1:pt x="20" y="4"/>
                    </ns1:moveTo>
                    <ns1:cubicBezTo>
                      <ns1:pt x="12" y="4"/>
                      <ns1:pt x="4" y="11"/>
                      <ns1:pt x="4" y="20"/>
                    </ns1:cubicBezTo>
                    <ns1:cubicBezTo>
                      <ns1:pt x="4" y="29"/>
                      <ns1:pt x="12" y="36"/>
                      <ns1:pt x="20" y="36"/>
                    </ns1:cubicBezTo>
                    <ns1:cubicBezTo>
                      <ns1:pt x="29" y="36"/>
                      <ns1:pt x="36" y="29"/>
                      <ns1:pt x="36" y="20"/>
                    </ns1:cubicBezTo>
                    <ns1:cubicBezTo>
                      <ns1:pt x="36" y="11"/>
                      <ns1:pt x="29" y="4"/>
                      <ns1:pt x="20" y="4"/>
                    </ns1:cubicBezTo>
                    <ns1:close/>
                  </ns1:path>
                </ns1:pathLst>
              </ns1:custGeom>
              <ns1:solidFill>
                <ns1:schemeClr val="tx2">
                  <ns1:alpha val="80000"/>
                </ns1:schemeClr>
              </ns1:solidFill>
              <ns1:ln>
                <ns1:noFill/>
              </ns1:ln>
            </ns0:spPr>
            <ns0:txBody>
              <ns1:bodyPr/>
              <ns1:lstStyle/>
              <ns1:p>
                <ns1:endParaRPr lang="en-ZA"/>
              </ns1:p>
            </ns0:txBody>
          </ns0:sp>
          <ns0:sp>
            <ns0:nvSpPr>
              <ns0:cNvPr id="24" name="Rectangle 41">
                <ns1:extLst>
                  <ns1:ext uri="{FF2B5EF4-FFF2-40B4-BE49-F238E27FC236}">
                    <ns3:creationId id="{A6C0E942-454D-483D-84FB-89308C8F15B7}"/>
                  </ns1:ext>
                  <ns1:ext uri="{C183D7F6-B498-43B3-948B-1728B52AA6E4}">
                    <ns4:decorative val="1"/>
                  </ns1:ext>
                </ns1:extLst>
              </ns0:cNvPr>
              <ns0:cNvSpPr>
                <ns1:spLocks noChangeArrowheads="1"/>
              </ns0:cNvSpPr>
              <ns0:nvPr>
                <ns0:extLst>
                  <ns0:ext uri="{386F3935-93C4-4BCD-93E2-E3B085C9AB24}">
                    <ns5:designElem val="1"/>
                  </ns0:ext>
                </ns0:extLst>
              </ns0:nvPr>
            </ns0:nvSpPr>
            <ns0:spPr bwMode="auto">
              <ns1:xfrm flipV="1">
                <ns1:off x="693208" y="0"/>
                <ns1:ext cx="23813" cy="252413"/>
              </ns1:xfrm>
              <ns1:prstGeom prst="rect">
                <ns1:avLst/>
              </ns1:prstGeom>
              <ns1:solidFill>
                <ns1:schemeClr val="tx2">
                  <ns1:alpha val="80000"/>
                </ns1:schemeClr>
              </ns1:solidFill>
              <ns1:ln>
                <ns1:noFill/>
              </ns1:ln>
            </ns0:spPr>
            <ns0:txBody>
              <ns1:bodyPr/>
              <ns1:lstStyle/>
              <ns1:p>
                <ns1:endParaRPr lang="en-ZA"/>
              </ns1:p>
            </ns0:txBody>
          </ns0:sp>
        </ns0:grpSp>
      </ns0:grpSp>
      <ns0:sp>
        <ns0:nvSpPr>
          <ns0:cNvPr id="2" name="Title 1">
            <ns1:extLst>
              <ns1:ext uri="{FF2B5EF4-FFF2-40B4-BE49-F238E27FC236}">
                <ns3:creationId id="{0A6BCF94-F108-4D92-8C4F-CD9273947A31}"/>
              </ns1:ext>
            </ns1:extLst>
          </ns0:cNvPr>
          <ns0:cNvSpPr>
            <ns1:spLocks noGrp="1"/>
          </ns0:cNvSpPr>
          <ns0:nvPr>
            <ns0:ph type="title"/>
          </ns0:nvPr>
        </ns0:nvSpPr>
        <ns0:spPr>
          <ns1:xfrm>
            <ns1:off x="1143001" y="1007533"/>
            <ns1:ext cx="9905998" cy="1092200"/>
          </ns1:xfrm>
        </ns0:spPr>
        <ns0:txBody>
          <ns1:bodyPr>
            <ns1:normAutofit/>
          </ns1:bodyPr>
          <ns1:lstStyle/>
          <ns1:p>
            <ns1:pPr algn="ctr"/>
            <ns1:r>
              <ns1:rPr lang="en-US" u="sng"/>
              <ns1:t>References </ns1:t>
            </ns1:r>
            <ns1:endParaRPr lang="en-US" u="sng" dirty="0"/>
          </ns1:p>
        </ns0:txBody>
      </ns0:sp>
      <ns0:sp>
        <ns0:nvSpPr>
          <ns0:cNvPr id="3" name="Content Placeholder 2">
            <ns1:extLst>
              <ns1:ext uri="{FF2B5EF4-FFF2-40B4-BE49-F238E27FC236}">
                <ns3:creationId id="{78399AB7-9E36-4EAD-B44A-9E0CEA24AACE}"/>
              </ns1:ext>
            </ns1:extLst>
          </ns0:cNvPr>
          <ns0:cNvSpPr>
            <ns1:spLocks noGrp="1"/>
          </ns0:cNvSpPr>
          <ns0:nvPr>
            <ns0:ph idx="1"/>
          </ns0:nvPr>
        </ns0:nvSpPr>
        <ns0:spPr>
          <ns1:xfrm>
            <ns1:off x="1143001" y="2252134"/>
            <ns1:ext cx="9905999" cy="3454399"/>
          </ns1:xfrm>
        </ns0:spPr>
        <ns0:txBody>
          <ns1:bodyPr anchor="ctr">
            <ns1:normAutofit/>
          </ns1:bodyPr>
          <ns1:lstStyle/>
          <ns1:p>
            <ns1:pPr>
              <ns1:lnSpc>
                <ns1:spcPct val="110000"/>
              </ns1:lnSpc>
            </ns1:pPr>
            <ns1:r>
              <ns1:rPr lang="en-US" sz="1100"/>
              <ns1:t>Cormen, T.H., Leiserson, C.E., Rivest, R.L. and Stein, C.,2022. Introduction to Algorithms. 4th ed. Cambridge: MIT Press.</ns1:t>
            </ns1:r>
            <ns1:endParaRPr lang="en-ZA" sz="1100"/>
          </ns1:p>
          <ns1:p>
            <ns1:pPr>
              <ns1:lnSpc>
                <ns1:spcPct val="110000"/>
              </ns1:lnSpc>
            </ns1:pPr>
            <ns1:r>
              <ns1:rPr lang="en-US" sz="1100"/>
              <ns1:t>Goodrich, M.T., Tamassia, R. and Goldwasser, M.H.,2020. Data Structures and Algorithms in Python. Hoboken: Wiley.</ns1:t>
            </ns1:r>
            <ns1:endParaRPr lang="en-ZA" sz="1100"/>
          </ns1:p>
          <ns1:p>
            <ns1:pPr>
              <ns1:lnSpc>
                <ns1:spcPct val="110000"/>
              </ns1:lnSpc>
            </ns1:pPr>
            <ns1:r>
              <ns1:rPr lang="en-US" sz="1100"/>
              <ns1:t>Sedgewick, R. and Wayne, K., 2020. Algorithms. 4th ed. Boston: Addison-Wesley.</ns1:t>
            </ns1:r>
            <ns1:endParaRPr lang="en-ZA" sz="1100"/>
          </ns1:p>
          <ns1:p>
            <ns1:r>
              <ns1:t>Malik, D.S. 2018. C++ Programming: Program Design Including Data Structures. 8th ed. Boston, MA: Cengage Learning.</ns1:t>
            </ns1:r>
          </ns1:p>
          <ns1:p>
            <ns1:pPr>
              <ns1:lnSpc>
                <ns1:spcPct val="110000"/>
              </ns1:lnSpc>
            </ns1:pPr>
            <ns1:r>
              <ns1:rPr lang="en-ZA" sz="1100" u="sng">
                <ns1:hlinkClick ns2:id="rId5"/>
              </ns1:rPr>
              <ns1:t>https://www.geeksforgeeks.org/c/c-program-to-implement-singly-linked-list</ns1:t>
            </ns1:r>
            <ns1:endParaRPr lang="en-ZA" sz="1100"/>
          </ns1:p>
          <ns1:p>
            <ns1:pPr>
              <ns1:lnSpc>
                <ns1:spcPct val="110000"/>
              </ns1:lnSpc>
            </ns1:pPr>
            <ns1:r>
              <ns1:rPr lang="en-ZA" sz="1100" b="1"/>
              <ns1:t>cppreference.com (n.d.)</ns1:t>
            </ns1:r>
            <ns1:r>
              <ns1:rPr lang="en-ZA" sz="1100"/>
              <ns1:t> </ns1:t>
            </ns1:r>
            <ns1:r>
              <ns1:rPr lang="en-ZA" sz="1100" i="1"/>
              <ns1:t>std::forward_list</ns1:t>
            </ns1:r>
            <ns1:r>
              <ns1:rPr lang="en-ZA" sz="1100"/>
              <ns1:t>. Available at: (Accessed: 26 September 2026).</ns1:t>
            </ns1:r>
          </ns1:p>
          <ns1:p>
            <ns1:pPr>
              <ns1:lnSpc>
                <ns1:spcPct val="110000"/>
              </ns1:lnSpc>
            </ns1:pPr>
            <ns1:r>
              <ns1:rPr lang="en-ZA" sz="1100" b="1"/>
              <ns1:t>Stanford University (2024)</ns1:t>
            </ns1:r>
            <ns1:r>
              <ns1:rPr lang="en-ZA" sz="1100"/>
              <ns1:t> </ns1:t>
            </ns1:r>
            <ns1:r>
              <ns1:rPr lang="en-ZA" sz="1100" i="1"/>
              <ns1:t>CS106B: More Linked Lists</ns1:t>
            </ns1:r>
            <ns1:r>
              <ns1:rPr lang="en-ZA" sz="1100"/>
              <ns1:t>. Available at: </ns1:t>
            </ns1:r>
            <ns1:r>
              <ns1:rPr lang="en-ZA" sz="1100">
                <ns1:hlinkClick ns2:id="rId6"/>
              </ns1:rPr>
              <ns1:t>Stanford CS106B — More Linked Lists</ns1:t>
            </ns1:r>
            <ns1:r>
              <ns1:rPr lang="en-ZA" sz="1100"/>
              <ns1:t> (Accessed: 26 September 2026).</ns1:t>
            </ns1:r>
          </ns1:p>
          <ns1:p>
            <ns1:pPr>
              <ns1:lnSpc>
                <ns1:spcPct val="110000"/>
              </ns1:lnSpc>
            </ns1:pPr>
            <ns1:r>
              <ns1:rPr lang="en-ZA" sz="1100" b="1"/>
              <ns1:t>University of Chicago (n.d.)</ns1:t>
            </ns1:r>
            <ns1:r>
              <ns1:rPr lang="en-ZA" sz="1100"/>
              <ns1:t> </ns1:t>
            </ns1:r>
            <ns1:r>
              <ns1:rPr lang="en-ZA" sz="1100" i="1"/>
              <ns1:t>Systems Programming I: Lecture 9 — Linked Lists</ns1:t>
            </ns1:r>
            <ns1:r>
              <ns1:rPr lang="en-ZA" sz="1100"/>
              <ns1:t>. Available at: </ns1:t>
            </ns1:r>
            <ns1:r>
              <ns1:rPr lang="en-ZA" sz="1100">
                <ns1:hlinkClick ns2:id="rId7"/>
              </ns1:rPr>
              <ns1:t>University of Chicago — Linked Lists Lecture</ns1:t>
            </ns1:r>
            <ns1:r>
              <ns1:rPr lang="en-ZA" sz="1100"/>
              <ns1:t> (Accessed: 26 September 2026).</ns1:t>
            </ns1:r>
          </ns1:p>
          <ns1:p>
            <ns1:pPr>
              <ns1:lnSpc>
                <ns1:spcPct val="110000"/>
              </ns1:lnSpc>
            </ns1:pPr>
            <ns1:r>
              <ns1:rPr lang="en-ZA" sz="1100" b="1"/>
              <ns1:t>University of Maryland, Baltimore County (n.d.)</ns1:t>
            </ns1:r>
            <ns1:r>
              <ns1:rPr lang="en-ZA" sz="1100"/>
              <ns1:t> </ns1:t>
            </ns1:r>
            <ns1:r>
              <ns1:rPr lang="en-ZA" sz="1100" i="1"/>
              <ns1:t>Linked List</ns1:t>
            </ns1:r>
            <ns1:r>
              <ns1:rPr lang="en-ZA" sz="1100"/>
              <ns1:t>. Available at: </ns1:t>
            </ns1:r>
            <ns1:r>
              <ns1:rPr lang="en-ZA" sz="1100">
                <ns1:hlinkClick ns2:id="rId8"/>
              </ns1:rPr>
              <ns1:t>UMBC — Linked List Lecture</ns1:t>
            </ns1:r>
            <ns1:r>
              <ns1:rPr lang="en-ZA" sz="1100"/>
              <ns1:t> (Accessed: 26 September 2026).</ns1:t>
            </ns1:r>
          </ns1:p>
          <ns1:p>
            <ns1:pPr>
              <ns1:lnSpc>
                <ns1:spcPct val="110000"/>
              </ns1:lnSpc>
            </ns1:pPr>
            <ns1:r>
              <ns1:rPr lang="en-ZA" sz="1100" b="1"/>
              <ns1:t>University of Southern California (n.d.)</ns1:t>
            </ns1:r>
            <ns1:r>
              <ns1:rPr lang="en-ZA" sz="1100"/>
              <ns1:t> </ns1:t>
            </ns1:r>
            <ns1:r>
              <ns1:rPr lang="en-ZA" sz="1100" i="1"/>
              <ns1:t>Linked Lists</ns1:t>
            </ns1:r>
            <ns1:r>
              <ns1:rPr lang="en-ZA" sz="1100"/>
              <ns1:t>. Available at: </ns1:t>
            </ns1:r>
            <ns1:r>
              <ns1:rPr lang="en-ZA" sz="1100">
                <ns1:hlinkClick ns2:id="rId9"/>
              </ns1:rPr>
              <ns1:t>USC — Linked Lists Notes</ns1:t>
            </ns1:r>
            <ns1:r>
              <ns1:rPr lang="en-ZA" sz="1100"/>
              <ns1:t> (Accessed: 26 September 2026).</ns1:t>
            </ns1:r>
          </ns1:p>
          <ns1:p>
            <ns1:pPr>
              <ns1:lnSpc>
                <ns1:spcPct val="110000"/>
              </ns1:lnSpc>
            </ns1:pPr>
            <ns1:r>
              <ns1:rPr lang="en-ZA" sz="1100" b="1"/>
              <ns1:t>University of Illinois Urbana-Champaign (2024)</ns1:t>
            </ns1:r>
            <ns1:r>
              <ns1:rPr lang="en-ZA" sz="1100"/>
              <ns1:t> </ns1:t>
            </ns1:r>
            <ns1:r>
              <ns1:rPr lang="en-ZA" sz="1100" i="1"/>
              <ns1:t>ECE 220: Linked Lists</ns1:t>
            </ns1:r>
            <ns1:r>
              <ns1:rPr lang="en-ZA" sz="1100"/>
              <ns1:t>. Available at: </ns1:t>
            </ns1:r>
            <ns1:r>
              <ns1:rPr lang="en-ZA" sz="1100">
                <ns1:hlinkClick ns2:id="rId10"/>
              </ns1:rPr>
              <ns1:t>University of Illinois — ECE 220 Linked Lists</ns1:t>
            </ns1:r>
            <ns1:r>
              <ns1:rPr lang="en-ZA" sz="1100"/>
              <ns1:t> (Accessed: 26 September 2026).</ns1:t>
            </ns1:r>
          </ns1:p>
          <ns1:p>
            <ns1:pPr>
              <ns1:lnSpc>
                <ns1:spcPct val="110000"/>
              </ns1:lnSpc>
            </ns1:pPr>
            <ns1:endParaRPr lang="en-US" sz="1100"/>
          </ns1:p>
        </ns0:txBody>
      </ns0:sp>
    </ns0:spTree>
    <ns0:extLst>
      <ns0:ext uri="{BB962C8B-B14F-4D97-AF65-F5344CB8AC3E}">
        <ns7:creationId val="1094849372"/>
      </ns0:ext>
    </ns0:extLst>
  </ns0:cSld>
  <ns0:clrMapOvr>
    <ns1:masterClrMapping/>
  </ns0:clrMapOvr>
  <ns8:AlternateContent>
    <ns8:Choice Requires="p14">
      <ns0:transition spd="slow" ns7:dur="4000">
        <ns7:vortex dir="r"/>
      </ns0:transition>
    </ns8:Choice>
    <ns8:Fallback>
      <ns0:transition spd="slow">
        <ns0:fade/>
      </ns0:transition>
    </ns8:Fallback>
  </ns8:AlternateContent>
</ns0:sld>
</file>

<file path=ppt/slides/slide1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showMasterSp="0">
  <ns0:cSld>
    <ns0:spTree>
      <ns0:nvGrpSpPr>
        <ns0:cNvPr id="1" name="">
          <ns1:extLst>
            <ns1:ext uri="{FF2B5EF4-FFF2-40B4-BE49-F238E27FC236}">
              <ns2:creationId id="{D175F333-70C5-3306-6953-B8CD2CE1F2DB}"/>
            </ns1:ext>
          </ns1:extLst>
        </ns0:cNvPr>
        <ns0:cNvGrpSpPr/>
        <ns0:nvPr/>
      </ns0:nvGrpSpPr>
      <ns0:grpSpPr>
        <ns1:xfrm>
          <ns1:off x="0" y="0"/>
          <ns1:ext cx="0" cy="0"/>
          <ns1:chOff x="0" y="0"/>
          <ns1:chExt cx="0" cy="0"/>
        </ns1:xfrm>
      </ns0:grpSpPr>
      <ns0:pic>
        <ns0:nvPicPr>
          <ns0:cNvPr id="10" name="Picture 9" descr="Binary code on screen">
            <ns1:extLst>
              <ns1:ext uri="{FF2B5EF4-FFF2-40B4-BE49-F238E27FC236}">
                <ns2:creationId id="{1C7410B4-37FE-4AA3-2023-6B26060AD402}"/>
              </ns1:ext>
            </ns1:extLst>
          </ns0:cNvPr>
          <ns0:cNvPicPr>
            <ns1:picLocks noChangeAspect="1"/>
          </ns0:cNvPicPr>
          <ns0:nvPr/>
        </ns0:nvPicPr>
        <ns0:blipFill>
          <ns1:blip ns3:embed="rId2"/>
          <ns1:stretch>
            <ns1:fillRect/>
          </ns1:stretch>
        </ns0:blipFill>
        <ns0:spPr>
          <ns1:xfrm>
            <ns1:off x="0" y="189"/>
            <ns1:ext cx="12192000" cy="6857621"/>
          </ns1:xfrm>
          <ns1:prstGeom prst="rect">
            <ns1:avLst/>
          </ns1:prstGeom>
        </ns0:spPr>
      </ns0:pic>
      <ns0:sp>
        <ns0:nvSpPr>
          <ns0:cNvPr id="2" name="Title 1">
            <ns1:extLst>
              <ns1:ext uri="{FF2B5EF4-FFF2-40B4-BE49-F238E27FC236}">
                <ns2:creationId id="{87C35FD2-0C0C-5FC7-C342-ABE0C512BBE2}"/>
              </ns1:ext>
            </ns1:extLst>
          </ns0:cNvPr>
          <ns0:cNvSpPr>
            <ns1:spLocks noGrp="1"/>
          </ns0:cNvSpPr>
          <ns0:nvPr>
            <ns0:ph type="title"/>
          </ns0:nvPr>
        </ns0:nvSpPr>
        <ns0:spPr/>
        <ns0:txBody>
          <ns1:bodyPr>
            <ns1:normAutofit/>
          </ns1:bodyPr>
          <ns1:lstStyle/>
          <ns1:p>
            <ns1:pPr algn="ctr"/>
            <ns1:r>
              <ns1:rPr lang="en-US" u="sng"/>
              <ns1:t>Group Members</ns1:t>
            </ns1:r>
          </ns1:p>
        </ns0:txBody>
      </ns0:sp>
      <ns0:graphicFrame>
        <ns0:nvGraphicFramePr>
          <ns0:cNvPr id="6" name="Content Placeholder 5">
            <ns1:extLst>
              <ns1:ext uri="{FF2B5EF4-FFF2-40B4-BE49-F238E27FC236}">
                <ns2:creationId id="{02211DA2-2598-4093-8B71-D95C199BAD11}"/>
              </ns1:ext>
            </ns1:extLst>
          </ns0:cNvPr>
          <ns0:cNvGraphicFramePr>
            <ns1:graphicFrameLocks noGrp="1"/>
          </ns0:cNvGraphicFramePr>
          <ns0:nvPr>
            <ns0:ph idx="1"/>
            <ns0:extLst>
              <ns0:ext uri="{D42A27DB-BD31-4B8C-83A1-F6EECF244321}">
                <ns4:modId val="1475664671"/>
              </ns0:ext>
            </ns0:extLst>
          </ns0:nvPr>
        </ns0:nvGraphicFramePr>
        <ns0:xfrm>
          <ns1:off x="6096000" y="2497719"/>
          <ns1:ext cx="4951411" cy="3047892"/>
        </ns0:xfrm>
        <ns1:graphic>
          <ns1:graphicData uri="http://schemas.openxmlformats.org/drawingml/2006/table">
            <ns1:tbl>
              <ns1:tblPr/>
              <ns1:tblGrid>
                <ns1:gridCol w="1242706">
                  <ns1:extLst>
                    <ns1:ext uri="{9D8B030D-6E8A-4147-A177-3AD203B41FA5}">
                      <ns2:colId val="2484236264"/>
                    </ns1:ext>
                  </ns1:extLst>
                </ns1:gridCol>
                <ns1:gridCol w="1417463">
                  <ns1:extLst>
                    <ns1:ext uri="{9D8B030D-6E8A-4147-A177-3AD203B41FA5}">
                      <ns2:colId val="2986527392"/>
                    </ns1:ext>
                  </ns1:extLst>
                </ns1:gridCol>
                <ns1:gridCol w="2291242">
                  <ns1:extLst>
                    <ns1:ext uri="{9D8B030D-6E8A-4147-A177-3AD203B41FA5}">
                      <ns2:colId val="1063635850"/>
                    </ns1:ext>
                  </ns1:extLst>
                </ns1:gridCol>
              </ns1:tblGrid>
              <ns1:tr h="253991">
                <ns1:tc>
                  <ns1:txBody>
                    <ns1:bodyPr/>
                    <ns1:lstStyle/>
                    <ns1:p>
                      <ns1:pPr algn="ctr" fontAlgn="b">
                        <ns1:buNone/>
                      </ns1:pPr>
                      <ns1:r>
                        <ns1:rPr lang="en-ZA" sz="1100" b="1" i="0" u="none" strike="noStrike">
                          <ns1:solidFill>
                            <ns1:srgbClr val="FFFFFF"/>
                          </ns1:solidFill>
                          <ns1:effectLst/>
                          <ns1:latin typeface="Aptos Narrow" panose="020B0004020202020204" pitchFamily="34" charset="0"/>
                        </ns1:rPr>
                        <ns1:t>Initials</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ns1:noFill/>
                    </ns1:lnT>
                    <ns1:lnB w="6350" cap="flat" cmpd="sng" algn="ctr">
                      <ns1:solidFill>
                        <ns1:srgbClr val="FFFFFF"/>
                      </ns1:solidFill>
                      <ns1:prstDash val="solid"/>
                      <ns1:round/>
                      <ns1:headEnd type="none" w="med" len="med"/>
                      <ns1:tailEnd type="none" w="med" len="med"/>
                    </ns1:lnB>
                    <ns1:solidFill>
                      <ns1:srgbClr val="A02B93"/>
                    </ns1:solidFill>
                  </ns1:tcPr>
                </ns1:tc>
                <ns1:tc>
                  <ns1:txBody>
                    <ns1:bodyPr/>
                    <ns1:lstStyle/>
                    <ns1:p>
                      <ns1:pPr algn="ctr" fontAlgn="b">
                        <ns1:buNone/>
                      </ns1:pPr>
                      <ns1:r>
                        <ns1:rPr lang="en-ZA" sz="1100" b="1" i="0" u="none" strike="noStrike">
                          <ns1:solidFill>
                            <ns1:srgbClr val="FFFFFF"/>
                          </ns1:solidFill>
                          <ns1:effectLst/>
                          <ns1:latin typeface="Aptos Narrow" panose="020B0004020202020204" pitchFamily="34" charset="0"/>
                        </ns1:rPr>
                        <ns1:t>Surname</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ns1:noFill/>
                    </ns1:lnT>
                    <ns1:lnB w="6350" cap="flat" cmpd="sng" algn="ctr">
                      <ns1:solidFill>
                        <ns1:srgbClr val="FFFFFF"/>
                      </ns1:solidFill>
                      <ns1:prstDash val="solid"/>
                      <ns1:round/>
                      <ns1:headEnd type="none" w="med" len="med"/>
                      <ns1:tailEnd type="none" w="med" len="med"/>
                    </ns1:lnB>
                    <ns1:solidFill>
                      <ns1:srgbClr val="A02B93"/>
                    </ns1:solidFill>
                  </ns1:tcPr>
                </ns1:tc>
                <ns1:tc>
                  <ns1:txBody>
                    <ns1:bodyPr/>
                    <ns1:lstStyle/>
                    <ns1:p>
                      <ns1:pPr algn="ctr" fontAlgn="b">
                        <ns1:buNone/>
                      </ns1:pPr>
                      <ns1:r>
                        <ns1:rPr lang="en-ZA" sz="1100" b="1" i="0" u="none" strike="noStrike">
                          <ns1:solidFill>
                            <ns1:srgbClr val="FFFFFF"/>
                          </ns1:solidFill>
                          <ns1:effectLst/>
                          <ns1:latin typeface="Aptos Narrow" panose="020B0004020202020204" pitchFamily="34" charset="0"/>
                        </ns1:rPr>
                        <ns1:t>Student Number</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ns1:noFill/>
                    </ns1:lnT>
                    <ns1:lnB w="6350" cap="flat" cmpd="sng" algn="ctr">
                      <ns1:solidFill>
                        <ns1:srgbClr val="FFFFFF"/>
                      </ns1:solidFill>
                      <ns1:prstDash val="solid"/>
                      <ns1:round/>
                      <ns1:headEnd type="none" w="med" len="med"/>
                      <ns1:tailEnd type="none" w="med" len="med"/>
                    </ns1:lnB>
                    <ns1:solidFill>
                      <ns1:srgbClr val="A02B93"/>
                    </ns1:solidFill>
                  </ns1:tcPr>
                </ns1:tc>
                <ns1:extLst>
                  <ns1:ext uri="{0D108BD9-81ED-4DB2-BD59-A6C34878D82A}">
                    <ns2:rowId val="1749746556"/>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RM</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Sekgobela</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53949463</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extLst>
                  <ns1:ext uri="{0D108BD9-81ED-4DB2-BD59-A6C34878D82A}">
                    <ns2:rowId val="89861835"/>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OJS</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Matseke</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44693389</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extLst>
                  <ns1:ext uri="{0D108BD9-81ED-4DB2-BD59-A6C34878D82A}">
                    <ns2:rowId val="3033130057"/>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R</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Mogajane</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51797364</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extLst>
                  <ns1:ext uri="{0D108BD9-81ED-4DB2-BD59-A6C34878D82A}">
                    <ns2:rowId val="867202532"/>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A</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Madubye</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54385997</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extLst>
                  <ns1:ext uri="{0D108BD9-81ED-4DB2-BD59-A6C34878D82A}">
                    <ns2:rowId val="4069678334"/>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P</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Pheto</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46776028</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extLst>
                  <ns1:ext uri="{0D108BD9-81ED-4DB2-BD59-A6C34878D82A}">
                    <ns2:rowId val="128603937"/>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O</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Gopane</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52549216</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extLst>
                  <ns1:ext uri="{0D108BD9-81ED-4DB2-BD59-A6C34878D82A}">
                    <ns2:rowId val="3821057666"/>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K</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Monaheng</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55937373</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extLst>
                  <ns1:ext uri="{0D108BD9-81ED-4DB2-BD59-A6C34878D82A}">
                    <ns2:rowId val="3162933231"/>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F</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Maepa</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48229946</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extLst>
                  <ns1:ext uri="{0D108BD9-81ED-4DB2-BD59-A6C34878D82A}">
                    <ns2:rowId val="3670984289"/>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T</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Tswaile</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51208806</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E49EDD"/>
                    </ns1:solidFill>
                  </ns1:tcPr>
                </ns1:tc>
                <ns1:extLst>
                  <ns1:ext uri="{0D108BD9-81ED-4DB2-BD59-A6C34878D82A}">
                    <ns2:rowId val="3769755961"/>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T</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Skall</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51526379</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w="6350" cap="flat" cmpd="sng" algn="ctr">
                      <ns1:solidFill>
                        <ns1:srgbClr val="FFFFFF"/>
                      </ns1:solidFill>
                      <ns1:prstDash val="solid"/>
                      <ns1:round/>
                      <ns1:headEnd type="none" w="med" len="med"/>
                      <ns1:tailEnd type="none" w="med" len="med"/>
                    </ns1:lnB>
                    <ns1:solidFill>
                      <ns1:srgbClr val="F2CEEF"/>
                    </ns1:solidFill>
                  </ns1:tcPr>
                </ns1:tc>
                <ns1:extLst>
                  <ns1:ext uri="{0D108BD9-81ED-4DB2-BD59-A6C34878D82A}">
                    <ns2:rowId val="1724452956"/>
                  </ns1:ext>
                </ns1:extLst>
              </ns1:tr>
              <ns1:tr h="253991">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T</ns1:t>
                      </ns1:r>
                    </ns1:p>
                  </ns1:txBody>
                  <ns1:tcPr marL="7620" marR="7620" marT="7620" marB="0" anchor="b">
                    <ns1:lnL>
                      <ns1:noFill/>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ns1:noFill/>
                    </ns1:lnB>
                    <ns1:solidFill>
                      <ns1:srgbClr val="E49EDD"/>
                    </ns1:solidFill>
                  </ns1:tcPr>
                </ns1:tc>
                <ns1:tc>
                  <ns1:txBody>
                    <ns1:bodyPr/>
                    <ns1:lstStyle/>
                    <ns1:p>
                      <ns1:pPr algn="ctr" fontAlgn="b">
                        <ns1:buNone/>
                      </ns1:pPr>
                      <ns1:r>
                        <ns1:rPr lang="en-ZA" sz="1100" b="0" i="0" u="none" strike="noStrike">
                          <ns1:solidFill>
                            <ns1:srgbClr val="000000"/>
                          </ns1:solidFill>
                          <ns1:effectLst/>
                          <ns1:latin typeface="Aptos Narrow" panose="020B0004020202020204" pitchFamily="34" charset="0"/>
                        </ns1:rPr>
                        <ns1:t>Chauke</ns1:t>
                      </ns1:r>
                    </ns1:p>
                  </ns1:txBody>
                  <ns1:tcPr marL="7620" marR="7620" marT="7620" marB="0" anchor="b">
                    <ns1:lnL w="6350" cap="flat" cmpd="sng" algn="ctr">
                      <ns1:solidFill>
                        <ns1:srgbClr val="FFFFFF"/>
                      </ns1:solidFill>
                      <ns1:prstDash val="solid"/>
                      <ns1:round/>
                      <ns1:headEnd type="none" w="med" len="med"/>
                      <ns1:tailEnd type="none" w="med" len="med"/>
                    </ns1:lnL>
                    <ns1:lnR w="6350" cap="flat" cmpd="sng" algn="ctr">
                      <ns1:solidFill>
                        <ns1:srgbClr val="FFFFFF"/>
                      </ns1:solidFill>
                      <ns1:prstDash val="solid"/>
                      <ns1:round/>
                      <ns1:headEnd type="none" w="med" len="med"/>
                      <ns1:tailEnd type="none" w="med" len="med"/>
                    </ns1:lnR>
                    <ns1:lnT w="6350" cap="flat" cmpd="sng" algn="ctr">
                      <ns1:solidFill>
                        <ns1:srgbClr val="FFFFFF"/>
                      </ns1:solidFill>
                      <ns1:prstDash val="solid"/>
                      <ns1:round/>
                      <ns1:headEnd type="none" w="med" len="med"/>
                      <ns1:tailEnd type="none" w="med" len="med"/>
                    </ns1:lnT>
                    <ns1:lnB>
                      <ns1:noFill/>
                    </ns1:lnB>
                    <ns1:solidFill>
                      <ns1:srgbClr val="E49EDD"/>
                    </ns1:solidFill>
                  </ns1:tcPr>
                </ns1:tc>
                <ns1:tc>
                  <ns1:txBody>
                    <ns1:bodyPr/>
                    <ns1:lstStyle/>
                    <ns1:p>
                      <ns1:pPr algn="ctr" fontAlgn="b">
                        <ns1:buNone/>
                      </ns1:pPr>
                      <ns1:r>
                        <ns1:rPr lang="en-ZA" sz="1100" b="0" i="0" u="none" strike="noStrike" dirty="0">
                          <ns1:solidFill>
                            <ns1:srgbClr val="000000"/>
                          </ns1:solidFill>
                          <ns1:effectLst/>
                          <ns1:latin typeface="Aptos Narrow" panose="020B0004020202020204" pitchFamily="34" charset="0"/>
                        </ns1:rPr>
                        <ns1:t>51524600</ns1:t>
                      </ns1:r>
                    </ns1:p>
                  </ns1:txBody>
                  <ns1:tcPr marL="7620" marR="7620" marT="7620" marB="0" anchor="b">
                    <ns1:lnL w="6350" cap="flat" cmpd="sng" algn="ctr">
                      <ns1:solidFill>
                        <ns1:srgbClr val="FFFFFF"/>
                      </ns1:solidFill>
                      <ns1:prstDash val="solid"/>
                      <ns1:round/>
                      <ns1:headEnd type="none" w="med" len="med"/>
                      <ns1:tailEnd type="none" w="med" len="med"/>
                    </ns1:lnL>
                    <ns1:lnR>
                      <ns1:noFill/>
                    </ns1:lnR>
                    <ns1:lnT w="6350" cap="flat" cmpd="sng" algn="ctr">
                      <ns1:solidFill>
                        <ns1:srgbClr val="FFFFFF"/>
                      </ns1:solidFill>
                      <ns1:prstDash val="solid"/>
                      <ns1:round/>
                      <ns1:headEnd type="none" w="med" len="med"/>
                      <ns1:tailEnd type="none" w="med" len="med"/>
                    </ns1:lnT>
                    <ns1:lnB>
                      <ns1:noFill/>
                    </ns1:lnB>
                    <ns1:solidFill>
                      <ns1:srgbClr val="E49EDD"/>
                    </ns1:solidFill>
                  </ns1:tcPr>
                </ns1:tc>
                <ns1:extLst>
                  <ns1:ext uri="{0D108BD9-81ED-4DB2-BD59-A6C34878D82A}">
                    <ns2:rowId val="2882596968"/>
                  </ns1:ext>
                </ns1:extLst>
              </ns1:tr>
            </ns1:tbl>
          </ns1:graphicData>
        </ns1:graphic>
      </ns0:graphicFrame>
      <ns0:pic>
        <ns0:nvPicPr>
          <ns0:cNvPr id="4" name="Picture 3">
            <ns1:extLst>
              <ns1:ext uri="{FF2B5EF4-FFF2-40B4-BE49-F238E27FC236}">
                <ns2:creationId id="{D28F249A-36E1-0CE6-E646-F86A295DEA91}"/>
              </ns1:ext>
            </ns1:extLst>
          </ns0:cNvPr>
          <ns0:cNvPicPr>
            <ns1:picLocks noChangeAspect="1"/>
          </ns0:cNvPicPr>
          <ns0:nvPr/>
        </ns0:nvPicPr>
        <ns0:blipFill>
          <ns1:blip ns3:embed="rId3"/>
          <ns1:srcRect l="287" r="290" b="3"/>
          <ns1:stretch>
            <ns1:fillRect/>
          </ns1:stretch>
        </ns0:blipFill>
        <ns0:spPr>
          <ns1:xfrm>
            <ns1:off x="1141412" y="2497720"/>
            <ns1:ext cx="4662140" cy="3047892"/>
          </ns1:xfrm>
          <ns1:prstGeom prst="round2DiagRect">
            <ns1:avLst>
              <ns1:gd name="adj1" fmla="val 4860"/>
              <ns1:gd name="adj2" fmla="val 0"/>
            </ns1:avLst>
          </ns1:prstGeom>
          <ns1:ln w="19050" cap="sq">
            <ns1:solidFill>
              <ns1:schemeClr val="tx2">
                <ns1:lumMod val="60000"/>
                <ns1:lumOff val="40000"/>
                <ns1:alpha val="60000"/>
              </ns1:schemeClr>
            </ns1:solidFill>
            <ns1:miter lim="800000"/>
          </ns1:ln>
          <ns1:effectLst>
            <ns1:outerShdw blurRad="88900" dist="38100" dir="5400000" algn="t" rotWithShape="0">
              <ns1:prstClr val="black">
                <ns1:alpha val="40000"/>
              </ns1:prstClr>
            </ns1:outerShdw>
          </ns1:effectLst>
        </ns0:spPr>
      </ns0:pic>
      <ns0:sp>
        <ns0:nvSpPr>
          <ns0:cNvPr id="7" name="TextBox 6">
            <ns1:extLst>
              <ns1:ext uri="{FF2B5EF4-FFF2-40B4-BE49-F238E27FC236}">
                <ns2:creationId id="{92CB85CC-4D06-E76A-E9EE-817D23D7EB82}"/>
              </ns1:ext>
            </ns1:extLst>
          </ns0:cNvPr>
          <ns0:cNvSpPr txBox="1"/>
          <ns0:nvPr/>
        </ns0:nvSpPr>
        <ns0:spPr>
          <ns1:xfrm>
            <ns1:off x="3620294" y="6028267"/>
            <ns1:ext cx="4951411" cy="369332"/>
          </ns1:xfrm>
          <ns1:prstGeom prst="rect">
            <ns1:avLst/>
          </ns1:prstGeom>
          <ns1:noFill/>
        </ns0:spPr>
        <ns0:txBody>
          <ns1:bodyPr wrap="square" rtlCol="0">
            <ns1:spAutoFit/>
          </ns1:bodyPr>
          <ns1:lstStyle/>
          <ns1:p>
            <ns1:pPr algn="ctr"/>
            <ns1:r>
              <ns1:rPr lang="en-ZA" dirty="0"/>
              <ns1:t>The End</ns1:t>
            </ns1:r>
          </ns1:p>
        </ns0:txBody>
      </ns0:sp>
    </ns0:spTree>
    <ns0:extLst>
      <ns0:ext uri="{BB962C8B-B14F-4D97-AF65-F5344CB8AC3E}">
        <ns4:creationId val="1563920173"/>
      </ns0:ext>
    </ns0:extLst>
  </ns0:cSld>
  <ns0:clrMapOvr>
    <ns1:masterClrMapping/>
  </ns0:clrMapOvr>
</ns0: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E096F0E7-E7B5-406E-8E94-F0043B2AC7F6}">
  <ds:schemaRefs>
    <ds:schemaRef ds:uri="http://schemas.microsoft.com/sharepoint/v3/contenttype/forms"/>
  </ds:schemaRefs>
</ds:datastoreItem>
</file>

<file path=customXml/itemProps2.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3689</TotalTime>
  <Words>1904</Words>
  <Application>Microsoft Office PowerPoint</Application>
  <PresentationFormat>Widescreen</PresentationFormat>
  <Paragraphs>183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 Narrow</vt:lpstr>
      <vt:lpstr>Arial</vt:lpstr>
      <vt:lpstr>Calibri</vt:lpstr>
      <vt:lpstr>Tw Cen MT</vt:lpstr>
      <vt:lpstr>Circuit</vt:lpstr>
      <vt:lpstr>Linked Lists: Insertion &amp; Deletion</vt:lpstr>
      <vt:lpstr>PowerPoint Presentation</vt:lpstr>
      <vt:lpstr>PowerPoint Presentation</vt:lpstr>
      <vt:lpstr>Nodes and Linked-List Structure</vt:lpstr>
      <vt:lpstr>Types of Linked Lists </vt:lpstr>
      <vt:lpstr>Traversal </vt:lpstr>
      <vt:lpstr>Insertion</vt:lpstr>
      <vt:lpstr>Deletion</vt:lpstr>
      <vt:lpstr>PowerPoint Presentation</vt:lpstr>
      <vt:lpstr>Advatntages and Disadvantages</vt:lpstr>
      <vt:lpstr>PowerPoint Presentation</vt:lpstr>
      <vt:lpstr>PowerPoint Presentation</vt:lpstr>
      <vt:lpstr>References </vt:lpstr>
      <vt:lpstr>Group Members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Oratile Matseke</dc:creator>
  <cp:lastModifiedBy>Oratile Matseke</cp:lastModifiedBy>
  <cp:revision>8</cp:revision>
  <dcterms:created xsi:type="dcterms:W3CDTF">2026-09-30T22:46:46Z</dcterms:created>
  <dcterms:modified xsi:type="dcterms:W3CDTF">2026-10-03T16:44:23Z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