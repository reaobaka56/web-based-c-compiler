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9"/>
  </p:notesMasterIdLst>
  <p:sldIdLst>
    <p:sldId id="283" r:id="rId5"/>
    <p:sldId id="285" r:id="rId6"/>
    <p:sldId id="264" r:id="rId7"/>
    <p:sldId id="286" r:id="rId8"/>
    <p:sldId id="271" r:id="rId9"/>
    <p:sldId id="273" r:id="rId10"/>
    <p:sldId id="274" r:id="rId11"/>
    <p:sldId id="275" r:id="rId12"/>
    <p:sldId id="269" r:id="rId13"/>
    <p:sldId id="276" r:id="rId14"/>
    <p:sldId id="287" r:id="rId15"/>
    <p:sldId id="277" r:id="rId16"/>
    <p:sldId id="262" r:id="rId17"/>
    <p:sldId id="28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A8F69C-CACA-47F5-AD01-A4CA20BCFFB1}" type="doc">
      <dgm:prSet loTypeId="urn:microsoft.com/office/officeart/2008/layout/LinedList" loCatId="list" qsTypeId="urn:microsoft.com/office/officeart/2005/8/quickstyle/simple2" qsCatId="simple" csTypeId="urn:microsoft.com/office/officeart/2005/8/colors/accent5_2" csCatId="accent5" phldr="1"/>
      <dgm:spPr/>
      <dgm:t>
        <a:bodyPr/>
        <a:lstStyle/>
        <a:p>
          <a:endParaRPr lang="en-US"/>
        </a:p>
      </dgm:t>
    </dgm:pt>
    <dgm:pt modelId="{AD792C2E-A348-463A-A6EF-6E0360D299D0}">
      <dgm:prSet/>
      <dgm:spPr/>
      <dgm:t>
        <a:bodyPr/>
        <a:lstStyle/>
        <a:p>
          <a:r>
            <a:rPr lang="en-US">
              <a:solidFill>
                <a:schemeClr val="tx1"/>
              </a:solidFill>
            </a:rPr>
            <a:t>1. What is a Linked List</a:t>
          </a:r>
          <a:endParaRPr lang="en-US" dirty="0">
            <a:solidFill>
              <a:schemeClr val="tx1"/>
            </a:solidFill>
          </a:endParaRPr>
        </a:p>
      </dgm:t>
    </dgm:pt>
    <dgm:pt modelId="{5F295807-A383-4DC7-B7AE-4FC7EA516062}" type="parTrans" cxnId="{67327AAF-7840-457F-9C48-10DDB76BAC3B}">
      <dgm:prSet/>
      <dgm:spPr/>
      <dgm:t>
        <a:bodyPr/>
        <a:lstStyle/>
        <a:p>
          <a:endParaRPr lang="en-US"/>
        </a:p>
      </dgm:t>
    </dgm:pt>
    <dgm:pt modelId="{D4F1B2D6-DEF3-41A4-9995-070C33AABECD}" type="sibTrans" cxnId="{67327AAF-7840-457F-9C48-10DDB76BAC3B}">
      <dgm:prSet/>
      <dgm:spPr/>
      <dgm:t>
        <a:bodyPr/>
        <a:lstStyle/>
        <a:p>
          <a:endParaRPr lang="en-US"/>
        </a:p>
      </dgm:t>
    </dgm:pt>
    <dgm:pt modelId="{5877772F-DCC7-4353-847D-847D47A7B0D3}">
      <dgm:prSet/>
      <dgm:spPr/>
      <dgm:t>
        <a:bodyPr/>
        <a:lstStyle/>
        <a:p>
          <a:r>
            <a:rPr lang="en-US">
              <a:solidFill>
                <a:schemeClr val="tx1"/>
              </a:solidFill>
            </a:rPr>
            <a:t>2. Nodes and Linked-List Structure</a:t>
          </a:r>
          <a:endParaRPr lang="en-US" dirty="0">
            <a:solidFill>
              <a:schemeClr val="tx1"/>
            </a:solidFill>
          </a:endParaRPr>
        </a:p>
      </dgm:t>
    </dgm:pt>
    <dgm:pt modelId="{30B7EE6C-8F43-479D-B0A5-66465429ADAF}" type="parTrans" cxnId="{1E051857-9A94-4559-92DF-26D7F2B7AFC9}">
      <dgm:prSet/>
      <dgm:spPr/>
      <dgm:t>
        <a:bodyPr/>
        <a:lstStyle/>
        <a:p>
          <a:endParaRPr lang="en-US"/>
        </a:p>
      </dgm:t>
    </dgm:pt>
    <dgm:pt modelId="{3187102A-FF32-4363-8B30-36001CC12AB6}" type="sibTrans" cxnId="{1E051857-9A94-4559-92DF-26D7F2B7AFC9}">
      <dgm:prSet/>
      <dgm:spPr/>
      <dgm:t>
        <a:bodyPr/>
        <a:lstStyle/>
        <a:p>
          <a:endParaRPr lang="en-US"/>
        </a:p>
      </dgm:t>
    </dgm:pt>
    <dgm:pt modelId="{C9489F76-DFA0-415D-88C7-EE93FEE137C5}">
      <dgm:prSet/>
      <dgm:spPr/>
      <dgm:t>
        <a:bodyPr/>
        <a:lstStyle/>
        <a:p>
          <a:r>
            <a:rPr lang="en-US">
              <a:solidFill>
                <a:schemeClr val="tx1"/>
              </a:solidFill>
            </a:rPr>
            <a:t>3. Types of Linked Lists</a:t>
          </a:r>
          <a:endParaRPr lang="en-US" dirty="0">
            <a:solidFill>
              <a:schemeClr val="tx1"/>
            </a:solidFill>
          </a:endParaRPr>
        </a:p>
      </dgm:t>
    </dgm:pt>
    <dgm:pt modelId="{069E7DAF-0543-45CC-959C-5D05C368575A}" type="parTrans" cxnId="{8A467B28-7962-4D42-9EB5-C8B88A15AECB}">
      <dgm:prSet/>
      <dgm:spPr/>
      <dgm:t>
        <a:bodyPr/>
        <a:lstStyle/>
        <a:p>
          <a:endParaRPr lang="en-US"/>
        </a:p>
      </dgm:t>
    </dgm:pt>
    <dgm:pt modelId="{D6EBE321-A75B-4751-9131-63C09B9FC489}" type="sibTrans" cxnId="{8A467B28-7962-4D42-9EB5-C8B88A15AECB}">
      <dgm:prSet/>
      <dgm:spPr/>
      <dgm:t>
        <a:bodyPr/>
        <a:lstStyle/>
        <a:p>
          <a:endParaRPr lang="en-US"/>
        </a:p>
      </dgm:t>
    </dgm:pt>
    <dgm:pt modelId="{3BBB19D5-3751-4D54-814C-9E4F58F09FC4}">
      <dgm:prSet/>
      <dgm:spPr/>
      <dgm:t>
        <a:bodyPr/>
        <a:lstStyle/>
        <a:p>
          <a:r>
            <a:rPr lang="en-US">
              <a:solidFill>
                <a:schemeClr val="tx1"/>
              </a:solidFill>
            </a:rPr>
            <a:t>4. Traversal</a:t>
          </a:r>
          <a:endParaRPr lang="en-US" dirty="0">
            <a:solidFill>
              <a:schemeClr val="tx1"/>
            </a:solidFill>
          </a:endParaRPr>
        </a:p>
      </dgm:t>
    </dgm:pt>
    <dgm:pt modelId="{A1B63990-0584-4213-8E02-ACFF9E869F46}" type="parTrans" cxnId="{74D56369-AB2A-4853-ACC5-0C6BAB0C60E0}">
      <dgm:prSet/>
      <dgm:spPr/>
      <dgm:t>
        <a:bodyPr/>
        <a:lstStyle/>
        <a:p>
          <a:endParaRPr lang="en-US"/>
        </a:p>
      </dgm:t>
    </dgm:pt>
    <dgm:pt modelId="{631BB1C7-5EB2-4D60-A44D-BDBF55215C1C}" type="sibTrans" cxnId="{74D56369-AB2A-4853-ACC5-0C6BAB0C60E0}">
      <dgm:prSet/>
      <dgm:spPr/>
      <dgm:t>
        <a:bodyPr/>
        <a:lstStyle/>
        <a:p>
          <a:endParaRPr lang="en-US"/>
        </a:p>
      </dgm:t>
    </dgm:pt>
    <dgm:pt modelId="{A36AF157-0C5A-468E-AB7E-2D7BD58E5C6E}">
      <dgm:prSet/>
      <dgm:spPr/>
      <dgm:t>
        <a:bodyPr/>
        <a:lstStyle/>
        <a:p>
          <a:r>
            <a:rPr lang="en-US">
              <a:solidFill>
                <a:schemeClr val="tx1"/>
              </a:solidFill>
            </a:rPr>
            <a:t>5. Insertion </a:t>
          </a:r>
          <a:endParaRPr lang="en-US" dirty="0">
            <a:solidFill>
              <a:schemeClr val="tx1"/>
            </a:solidFill>
          </a:endParaRPr>
        </a:p>
      </dgm:t>
    </dgm:pt>
    <dgm:pt modelId="{4231EF25-56EF-4119-80D4-2DA38BE816BD}" type="parTrans" cxnId="{408361D0-0E80-467E-9615-8AE8010BC6E0}">
      <dgm:prSet/>
      <dgm:spPr/>
      <dgm:t>
        <a:bodyPr/>
        <a:lstStyle/>
        <a:p>
          <a:endParaRPr lang="en-US"/>
        </a:p>
      </dgm:t>
    </dgm:pt>
    <dgm:pt modelId="{94610372-A764-4B42-969F-2DF0BBA1634F}" type="sibTrans" cxnId="{408361D0-0E80-467E-9615-8AE8010BC6E0}">
      <dgm:prSet/>
      <dgm:spPr/>
      <dgm:t>
        <a:bodyPr/>
        <a:lstStyle/>
        <a:p>
          <a:endParaRPr lang="en-US"/>
        </a:p>
      </dgm:t>
    </dgm:pt>
    <dgm:pt modelId="{8A6A7E30-A8CF-486B-B8EE-88DEEA6E7D74}">
      <dgm:prSet/>
      <dgm:spPr/>
      <dgm:t>
        <a:bodyPr/>
        <a:lstStyle/>
        <a:p>
          <a:r>
            <a:rPr lang="en-US">
              <a:solidFill>
                <a:schemeClr val="tx1"/>
              </a:solidFill>
            </a:rPr>
            <a:t>6. Deletion </a:t>
          </a:r>
          <a:endParaRPr lang="en-US" dirty="0">
            <a:solidFill>
              <a:schemeClr val="tx1"/>
            </a:solidFill>
          </a:endParaRPr>
        </a:p>
      </dgm:t>
    </dgm:pt>
    <dgm:pt modelId="{E5A90279-CC74-40FC-933D-2867F052A049}" type="parTrans" cxnId="{D354413E-32B3-4A6F-B2C3-AE04826C5627}">
      <dgm:prSet/>
      <dgm:spPr/>
      <dgm:t>
        <a:bodyPr/>
        <a:lstStyle/>
        <a:p>
          <a:endParaRPr lang="en-US"/>
        </a:p>
      </dgm:t>
    </dgm:pt>
    <dgm:pt modelId="{85ECFF7E-19A8-4B33-ABEF-3528B646FB1D}" type="sibTrans" cxnId="{D354413E-32B3-4A6F-B2C3-AE04826C5627}">
      <dgm:prSet/>
      <dgm:spPr/>
      <dgm:t>
        <a:bodyPr/>
        <a:lstStyle/>
        <a:p>
          <a:endParaRPr lang="en-US"/>
        </a:p>
      </dgm:t>
    </dgm:pt>
    <dgm:pt modelId="{DAF600C7-9F03-4E68-B2E7-75C1967A8282}">
      <dgm:prSet/>
      <dgm:spPr/>
      <dgm:t>
        <a:bodyPr/>
        <a:lstStyle/>
        <a:p>
          <a:r>
            <a:rPr lang="en-US">
              <a:solidFill>
                <a:schemeClr val="tx1"/>
              </a:solidFill>
            </a:rPr>
            <a:t>7. Applications of Linked Lists &amp; Pointer Manipulation &amp; Common Errors</a:t>
          </a:r>
          <a:endParaRPr lang="en-US" dirty="0">
            <a:solidFill>
              <a:schemeClr val="tx1"/>
            </a:solidFill>
          </a:endParaRPr>
        </a:p>
      </dgm:t>
    </dgm:pt>
    <dgm:pt modelId="{04975228-3443-4FC6-B154-BCF51FE267C9}" type="parTrans" cxnId="{C0BF6289-9736-4B74-876F-72B3F1B1EC59}">
      <dgm:prSet/>
      <dgm:spPr/>
      <dgm:t>
        <a:bodyPr/>
        <a:lstStyle/>
        <a:p>
          <a:endParaRPr lang="en-US"/>
        </a:p>
      </dgm:t>
    </dgm:pt>
    <dgm:pt modelId="{C2675BA7-FED1-4623-B611-4B3A556D2770}" type="sibTrans" cxnId="{C0BF6289-9736-4B74-876F-72B3F1B1EC59}">
      <dgm:prSet/>
      <dgm:spPr/>
      <dgm:t>
        <a:bodyPr/>
        <a:lstStyle/>
        <a:p>
          <a:endParaRPr lang="en-US"/>
        </a:p>
      </dgm:t>
    </dgm:pt>
    <dgm:pt modelId="{F2F0060B-075A-4E31-87F5-BA806B4CC980}">
      <dgm:prSet/>
      <dgm:spPr/>
      <dgm:t>
        <a:bodyPr/>
        <a:lstStyle/>
        <a:p>
          <a:r>
            <a:rPr lang="en-US">
              <a:solidFill>
                <a:schemeClr val="tx1"/>
              </a:solidFill>
            </a:rPr>
            <a:t>8. Advantages and Disadvantages</a:t>
          </a:r>
          <a:endParaRPr lang="en-US" dirty="0">
            <a:solidFill>
              <a:schemeClr val="tx1"/>
            </a:solidFill>
          </a:endParaRPr>
        </a:p>
      </dgm:t>
    </dgm:pt>
    <dgm:pt modelId="{E0E280D1-A0BB-4109-98BF-2F7A389549D0}" type="parTrans" cxnId="{15219175-4CB9-4B40-8310-50150EDE5164}">
      <dgm:prSet/>
      <dgm:spPr/>
      <dgm:t>
        <a:bodyPr/>
        <a:lstStyle/>
        <a:p>
          <a:endParaRPr lang="en-US"/>
        </a:p>
      </dgm:t>
    </dgm:pt>
    <dgm:pt modelId="{B8D3CA3A-A3D8-4531-93B0-4A93E3818709}" type="sibTrans" cxnId="{15219175-4CB9-4B40-8310-50150EDE5164}">
      <dgm:prSet/>
      <dgm:spPr/>
      <dgm:t>
        <a:bodyPr/>
        <a:lstStyle/>
        <a:p>
          <a:endParaRPr lang="en-US"/>
        </a:p>
      </dgm:t>
    </dgm:pt>
    <dgm:pt modelId="{9906709B-FC37-4A62-8220-B2141244E717}">
      <dgm:prSet/>
      <dgm:spPr/>
      <dgm:t>
        <a:bodyPr/>
        <a:lstStyle/>
        <a:p>
          <a:r>
            <a:rPr lang="en-US">
              <a:solidFill>
                <a:schemeClr val="tx1"/>
              </a:solidFill>
            </a:rPr>
            <a:t>9. Project Overview and Source File</a:t>
          </a:r>
          <a:endParaRPr lang="en-US" dirty="0">
            <a:solidFill>
              <a:schemeClr val="tx1"/>
            </a:solidFill>
          </a:endParaRPr>
        </a:p>
      </dgm:t>
    </dgm:pt>
    <dgm:pt modelId="{C0B2F158-AC89-4B77-BEE3-64749F903287}" type="parTrans" cxnId="{E85F2009-2DDB-4FE4-A5CB-5F1732CB975E}">
      <dgm:prSet/>
      <dgm:spPr/>
      <dgm:t>
        <a:bodyPr/>
        <a:lstStyle/>
        <a:p>
          <a:endParaRPr lang="en-US"/>
        </a:p>
      </dgm:t>
    </dgm:pt>
    <dgm:pt modelId="{5B43AC39-4A0E-49DB-9143-6C5726F28324}" type="sibTrans" cxnId="{E85F2009-2DDB-4FE4-A5CB-5F1732CB975E}">
      <dgm:prSet/>
      <dgm:spPr/>
      <dgm:t>
        <a:bodyPr/>
        <a:lstStyle/>
        <a:p>
          <a:endParaRPr lang="en-US"/>
        </a:p>
      </dgm:t>
    </dgm:pt>
    <dgm:pt modelId="{7AEF3696-E8CE-470A-8DBB-8CB742C8B5B2}">
      <dgm:prSet/>
      <dgm:spPr/>
      <dgm:t>
        <a:bodyPr/>
        <a:lstStyle/>
        <a:p>
          <a:r>
            <a:rPr lang="en-US">
              <a:solidFill>
                <a:schemeClr val="tx1"/>
              </a:solidFill>
            </a:rPr>
            <a:t>10. Conclusion</a:t>
          </a:r>
          <a:endParaRPr lang="en-US" dirty="0">
            <a:solidFill>
              <a:schemeClr val="tx1"/>
            </a:solidFill>
          </a:endParaRPr>
        </a:p>
      </dgm:t>
    </dgm:pt>
    <dgm:pt modelId="{71DBFEF8-0B2A-44D6-BDEE-05BF30FE4BEA}" type="parTrans" cxnId="{832BE05F-3235-4179-B356-BFDEC6B7BF34}">
      <dgm:prSet/>
      <dgm:spPr/>
      <dgm:t>
        <a:bodyPr/>
        <a:lstStyle/>
        <a:p>
          <a:endParaRPr lang="en-US"/>
        </a:p>
      </dgm:t>
    </dgm:pt>
    <dgm:pt modelId="{AB89F718-0616-4C17-A5FE-6B5F1A661485}" type="sibTrans" cxnId="{832BE05F-3235-4179-B356-BFDEC6B7BF34}">
      <dgm:prSet/>
      <dgm:spPr/>
      <dgm:t>
        <a:bodyPr/>
        <a:lstStyle/>
        <a:p>
          <a:endParaRPr lang="en-US"/>
        </a:p>
      </dgm:t>
    </dgm:pt>
    <dgm:pt modelId="{7822A8B2-64CB-4C1D-A9BE-F946EFA198A5}">
      <dgm:prSet/>
      <dgm:spPr/>
      <dgm:t>
        <a:bodyPr/>
        <a:lstStyle/>
        <a:p>
          <a:r>
            <a:rPr lang="en-US">
              <a:solidFill>
                <a:schemeClr val="tx1"/>
              </a:solidFill>
            </a:rPr>
            <a:t>12. Group Members</a:t>
          </a:r>
          <a:endParaRPr lang="en-US" dirty="0">
            <a:solidFill>
              <a:schemeClr val="tx1"/>
            </a:solidFill>
          </a:endParaRPr>
        </a:p>
      </dgm:t>
    </dgm:pt>
    <dgm:pt modelId="{249110FF-135D-40A9-B919-C3C528144074}" type="parTrans" cxnId="{C66422FC-F954-4E00-AB1D-777C089DD2BE}">
      <dgm:prSet/>
      <dgm:spPr/>
      <dgm:t>
        <a:bodyPr/>
        <a:lstStyle/>
        <a:p>
          <a:endParaRPr lang="en-US"/>
        </a:p>
      </dgm:t>
    </dgm:pt>
    <dgm:pt modelId="{B49FAA40-6C4A-497E-93A7-48CF27BB2C3C}" type="sibTrans" cxnId="{C66422FC-F954-4E00-AB1D-777C089DD2BE}">
      <dgm:prSet/>
      <dgm:spPr/>
      <dgm:t>
        <a:bodyPr/>
        <a:lstStyle/>
        <a:p>
          <a:endParaRPr lang="en-US"/>
        </a:p>
      </dgm:t>
    </dgm:pt>
    <dgm:pt modelId="{52256B92-B97D-4B2E-8DC4-E986A0C18569}">
      <dgm:prSet phldrT="[Text]" phldr="0"/>
      <dgm:spPr/>
      <dgm:t>
        <a:bodyPr/>
        <a:lstStyle/>
        <a:p>
          <a:r>
            <a:rPr lang="en-ZA">
              <a:solidFill>
                <a:schemeClr val="tx1"/>
              </a:solidFill>
            </a:rPr>
            <a:t>11. References</a:t>
          </a:r>
          <a:endParaRPr lang="en-ZA" dirty="0">
            <a:solidFill>
              <a:schemeClr val="tx1"/>
            </a:solidFill>
          </a:endParaRPr>
        </a:p>
      </dgm:t>
    </dgm:pt>
    <dgm:pt modelId="{61FCD4A9-5FFC-4FBD-8366-BE99A5E29334}" type="parTrans" cxnId="{A8D6AD9F-9084-465C-A926-64CDF36458A0}">
      <dgm:prSet/>
      <dgm:spPr/>
      <dgm:t>
        <a:bodyPr/>
        <a:lstStyle/>
        <a:p>
          <a:endParaRPr lang="en-ZA"/>
        </a:p>
      </dgm:t>
    </dgm:pt>
    <dgm:pt modelId="{324F4278-BE5E-4239-8E6A-754292C82557}" type="sibTrans" cxnId="{A8D6AD9F-9084-465C-A926-64CDF36458A0}">
      <dgm:prSet/>
      <dgm:spPr/>
      <dgm:t>
        <a:bodyPr/>
        <a:lstStyle/>
        <a:p>
          <a:endParaRPr lang="en-ZA"/>
        </a:p>
      </dgm:t>
    </dgm:pt>
    <dgm:pt modelId="{191E3B23-A68F-49F6-8DDA-485880D74D5C}" type="pres">
      <dgm:prSet presAssocID="{93A8F69C-CACA-47F5-AD01-A4CA20BCFFB1}" presName="vert0" presStyleCnt="0">
        <dgm:presLayoutVars>
          <dgm:dir/>
          <dgm:animOne val="branch"/>
          <dgm:animLvl val="lvl"/>
        </dgm:presLayoutVars>
      </dgm:prSet>
      <dgm:spPr/>
    </dgm:pt>
    <dgm:pt modelId="{734E609B-71E3-4172-9EC7-C8A6186372BD}" type="pres">
      <dgm:prSet presAssocID="{AD792C2E-A348-463A-A6EF-6E0360D299D0}" presName="thickLine" presStyleLbl="alignNode1" presStyleIdx="0" presStyleCnt="12"/>
      <dgm:spPr/>
    </dgm:pt>
    <dgm:pt modelId="{D631F37E-104C-4016-8D48-D350AC47EB64}" type="pres">
      <dgm:prSet presAssocID="{AD792C2E-A348-463A-A6EF-6E0360D299D0}" presName="horz1" presStyleCnt="0"/>
      <dgm:spPr/>
    </dgm:pt>
    <dgm:pt modelId="{FDD29974-EC55-43E7-9209-131CD2A63342}" type="pres">
      <dgm:prSet presAssocID="{AD792C2E-A348-463A-A6EF-6E0360D299D0}" presName="tx1" presStyleLbl="revTx" presStyleIdx="0" presStyleCnt="12"/>
      <dgm:spPr/>
    </dgm:pt>
    <dgm:pt modelId="{9BA07D55-E32D-4FDE-8565-E4A770CCF852}" type="pres">
      <dgm:prSet presAssocID="{AD792C2E-A348-463A-A6EF-6E0360D299D0}" presName="vert1" presStyleCnt="0"/>
      <dgm:spPr/>
    </dgm:pt>
    <dgm:pt modelId="{4B36FEC5-94E1-4501-B5F4-82458FAC0A34}" type="pres">
      <dgm:prSet presAssocID="{5877772F-DCC7-4353-847D-847D47A7B0D3}" presName="thickLine" presStyleLbl="alignNode1" presStyleIdx="1" presStyleCnt="12"/>
      <dgm:spPr/>
    </dgm:pt>
    <dgm:pt modelId="{36CA0506-49FC-4318-B1A3-B7D46F9D457E}" type="pres">
      <dgm:prSet presAssocID="{5877772F-DCC7-4353-847D-847D47A7B0D3}" presName="horz1" presStyleCnt="0"/>
      <dgm:spPr/>
    </dgm:pt>
    <dgm:pt modelId="{881F7F3B-140E-4C33-8BC1-C5C75525F7E0}" type="pres">
      <dgm:prSet presAssocID="{5877772F-DCC7-4353-847D-847D47A7B0D3}" presName="tx1" presStyleLbl="revTx" presStyleIdx="1" presStyleCnt="12"/>
      <dgm:spPr/>
    </dgm:pt>
    <dgm:pt modelId="{BCD6E608-836C-440E-91CD-238082C1D31C}" type="pres">
      <dgm:prSet presAssocID="{5877772F-DCC7-4353-847D-847D47A7B0D3}" presName="vert1" presStyleCnt="0"/>
      <dgm:spPr/>
    </dgm:pt>
    <dgm:pt modelId="{C0428263-3B39-466E-AAAE-45A8DF0EEE6C}" type="pres">
      <dgm:prSet presAssocID="{C9489F76-DFA0-415D-88C7-EE93FEE137C5}" presName="thickLine" presStyleLbl="alignNode1" presStyleIdx="2" presStyleCnt="12"/>
      <dgm:spPr/>
    </dgm:pt>
    <dgm:pt modelId="{76C04D71-9316-4EC2-9E4A-067B62A69101}" type="pres">
      <dgm:prSet presAssocID="{C9489F76-DFA0-415D-88C7-EE93FEE137C5}" presName="horz1" presStyleCnt="0"/>
      <dgm:spPr/>
    </dgm:pt>
    <dgm:pt modelId="{1EF89A7F-60BE-47F7-AD4F-6FD5D4A02892}" type="pres">
      <dgm:prSet presAssocID="{C9489F76-DFA0-415D-88C7-EE93FEE137C5}" presName="tx1" presStyleLbl="revTx" presStyleIdx="2" presStyleCnt="12"/>
      <dgm:spPr/>
    </dgm:pt>
    <dgm:pt modelId="{F39C134C-E65A-4436-92AA-BDCCC3731703}" type="pres">
      <dgm:prSet presAssocID="{C9489F76-DFA0-415D-88C7-EE93FEE137C5}" presName="vert1" presStyleCnt="0"/>
      <dgm:spPr/>
    </dgm:pt>
    <dgm:pt modelId="{9983FA78-C762-4BE7-8316-CD0173113B84}" type="pres">
      <dgm:prSet presAssocID="{3BBB19D5-3751-4D54-814C-9E4F58F09FC4}" presName="thickLine" presStyleLbl="alignNode1" presStyleIdx="3" presStyleCnt="12"/>
      <dgm:spPr/>
    </dgm:pt>
    <dgm:pt modelId="{16135F95-6E43-4BFC-A2E4-964F14423E45}" type="pres">
      <dgm:prSet presAssocID="{3BBB19D5-3751-4D54-814C-9E4F58F09FC4}" presName="horz1" presStyleCnt="0"/>
      <dgm:spPr/>
    </dgm:pt>
    <dgm:pt modelId="{94F37424-4EB9-41E9-8A7A-7C43688D0EA5}" type="pres">
      <dgm:prSet presAssocID="{3BBB19D5-3751-4D54-814C-9E4F58F09FC4}" presName="tx1" presStyleLbl="revTx" presStyleIdx="3" presStyleCnt="12"/>
      <dgm:spPr/>
    </dgm:pt>
    <dgm:pt modelId="{46644DBE-A8A0-48DF-89B4-0B402FED5004}" type="pres">
      <dgm:prSet presAssocID="{3BBB19D5-3751-4D54-814C-9E4F58F09FC4}" presName="vert1" presStyleCnt="0"/>
      <dgm:spPr/>
    </dgm:pt>
    <dgm:pt modelId="{E25C6DF0-18A6-464B-9F67-DB4B3AF0D2B1}" type="pres">
      <dgm:prSet presAssocID="{A36AF157-0C5A-468E-AB7E-2D7BD58E5C6E}" presName="thickLine" presStyleLbl="alignNode1" presStyleIdx="4" presStyleCnt="12"/>
      <dgm:spPr/>
    </dgm:pt>
    <dgm:pt modelId="{4C809E4B-8733-4CC9-8408-AF59E420361F}" type="pres">
      <dgm:prSet presAssocID="{A36AF157-0C5A-468E-AB7E-2D7BD58E5C6E}" presName="horz1" presStyleCnt="0"/>
      <dgm:spPr/>
    </dgm:pt>
    <dgm:pt modelId="{0BB88569-39B9-4014-AD96-28D2E1293222}" type="pres">
      <dgm:prSet presAssocID="{A36AF157-0C5A-468E-AB7E-2D7BD58E5C6E}" presName="tx1" presStyleLbl="revTx" presStyleIdx="4" presStyleCnt="12"/>
      <dgm:spPr/>
    </dgm:pt>
    <dgm:pt modelId="{9C26927F-730B-42A1-BE16-7F1D1C523558}" type="pres">
      <dgm:prSet presAssocID="{A36AF157-0C5A-468E-AB7E-2D7BD58E5C6E}" presName="vert1" presStyleCnt="0"/>
      <dgm:spPr/>
    </dgm:pt>
    <dgm:pt modelId="{F3F903F9-F909-40B3-9B4A-C45316AE785F}" type="pres">
      <dgm:prSet presAssocID="{8A6A7E30-A8CF-486B-B8EE-88DEEA6E7D74}" presName="thickLine" presStyleLbl="alignNode1" presStyleIdx="5" presStyleCnt="12"/>
      <dgm:spPr/>
    </dgm:pt>
    <dgm:pt modelId="{FDB4E06F-77F7-49A3-9471-A8C7D62B67AD}" type="pres">
      <dgm:prSet presAssocID="{8A6A7E30-A8CF-486B-B8EE-88DEEA6E7D74}" presName="horz1" presStyleCnt="0"/>
      <dgm:spPr/>
    </dgm:pt>
    <dgm:pt modelId="{59B39A84-5959-4CAF-B0E2-EE37677E38BD}" type="pres">
      <dgm:prSet presAssocID="{8A6A7E30-A8CF-486B-B8EE-88DEEA6E7D74}" presName="tx1" presStyleLbl="revTx" presStyleIdx="5" presStyleCnt="12"/>
      <dgm:spPr/>
    </dgm:pt>
    <dgm:pt modelId="{8750F930-9E1C-405F-8CF7-F2B6FC2A238A}" type="pres">
      <dgm:prSet presAssocID="{8A6A7E30-A8CF-486B-B8EE-88DEEA6E7D74}" presName="vert1" presStyleCnt="0"/>
      <dgm:spPr/>
    </dgm:pt>
    <dgm:pt modelId="{7C733ACB-236E-4443-9004-3170FC87DA95}" type="pres">
      <dgm:prSet presAssocID="{DAF600C7-9F03-4E68-B2E7-75C1967A8282}" presName="thickLine" presStyleLbl="alignNode1" presStyleIdx="6" presStyleCnt="12"/>
      <dgm:spPr/>
    </dgm:pt>
    <dgm:pt modelId="{EF425757-AA58-4679-8101-2709D17A2D60}" type="pres">
      <dgm:prSet presAssocID="{DAF600C7-9F03-4E68-B2E7-75C1967A8282}" presName="horz1" presStyleCnt="0"/>
      <dgm:spPr/>
    </dgm:pt>
    <dgm:pt modelId="{E08C3EEA-6B11-416F-BE7F-FE404EF951E1}" type="pres">
      <dgm:prSet presAssocID="{DAF600C7-9F03-4E68-B2E7-75C1967A8282}" presName="tx1" presStyleLbl="revTx" presStyleIdx="6" presStyleCnt="12"/>
      <dgm:spPr/>
    </dgm:pt>
    <dgm:pt modelId="{7B8CB270-CB7D-4CFE-A849-283FD5D48DE4}" type="pres">
      <dgm:prSet presAssocID="{DAF600C7-9F03-4E68-B2E7-75C1967A8282}" presName="vert1" presStyleCnt="0"/>
      <dgm:spPr/>
    </dgm:pt>
    <dgm:pt modelId="{C50348D3-E2EB-4AFA-B1F9-4F3D6C7064DE}" type="pres">
      <dgm:prSet presAssocID="{F2F0060B-075A-4E31-87F5-BA806B4CC980}" presName="thickLine" presStyleLbl="alignNode1" presStyleIdx="7" presStyleCnt="12"/>
      <dgm:spPr/>
    </dgm:pt>
    <dgm:pt modelId="{A76ED265-F368-454B-8587-385B3FFE23FE}" type="pres">
      <dgm:prSet presAssocID="{F2F0060B-075A-4E31-87F5-BA806B4CC980}" presName="horz1" presStyleCnt="0"/>
      <dgm:spPr/>
    </dgm:pt>
    <dgm:pt modelId="{EFDC2EC8-DC37-4407-82BA-352B3648E2DC}" type="pres">
      <dgm:prSet presAssocID="{F2F0060B-075A-4E31-87F5-BA806B4CC980}" presName="tx1" presStyleLbl="revTx" presStyleIdx="7" presStyleCnt="12"/>
      <dgm:spPr/>
    </dgm:pt>
    <dgm:pt modelId="{A6CD4134-679D-4347-B6DB-3D6DC0164935}" type="pres">
      <dgm:prSet presAssocID="{F2F0060B-075A-4E31-87F5-BA806B4CC980}" presName="vert1" presStyleCnt="0"/>
      <dgm:spPr/>
    </dgm:pt>
    <dgm:pt modelId="{24441C44-402B-43F9-B638-88DBD3600A9F}" type="pres">
      <dgm:prSet presAssocID="{9906709B-FC37-4A62-8220-B2141244E717}" presName="thickLine" presStyleLbl="alignNode1" presStyleIdx="8" presStyleCnt="12"/>
      <dgm:spPr/>
    </dgm:pt>
    <dgm:pt modelId="{D618A80E-8DE8-4DE5-975D-366A1ACA6CCF}" type="pres">
      <dgm:prSet presAssocID="{9906709B-FC37-4A62-8220-B2141244E717}" presName="horz1" presStyleCnt="0"/>
      <dgm:spPr/>
    </dgm:pt>
    <dgm:pt modelId="{378CCAAC-437E-41A8-8D05-4729DC25335F}" type="pres">
      <dgm:prSet presAssocID="{9906709B-FC37-4A62-8220-B2141244E717}" presName="tx1" presStyleLbl="revTx" presStyleIdx="8" presStyleCnt="12"/>
      <dgm:spPr/>
    </dgm:pt>
    <dgm:pt modelId="{5A111B1C-4856-4BF8-BB64-C4DC86B8FB3F}" type="pres">
      <dgm:prSet presAssocID="{9906709B-FC37-4A62-8220-B2141244E717}" presName="vert1" presStyleCnt="0"/>
      <dgm:spPr/>
    </dgm:pt>
    <dgm:pt modelId="{E44F1D4B-07F4-4348-A366-004D740A3632}" type="pres">
      <dgm:prSet presAssocID="{7AEF3696-E8CE-470A-8DBB-8CB742C8B5B2}" presName="thickLine" presStyleLbl="alignNode1" presStyleIdx="9" presStyleCnt="12"/>
      <dgm:spPr/>
    </dgm:pt>
    <dgm:pt modelId="{D6EC687F-0750-48EA-AB8D-E8513F189A17}" type="pres">
      <dgm:prSet presAssocID="{7AEF3696-E8CE-470A-8DBB-8CB742C8B5B2}" presName="horz1" presStyleCnt="0"/>
      <dgm:spPr/>
    </dgm:pt>
    <dgm:pt modelId="{269770D6-6554-4833-BE9C-4BF4D595497D}" type="pres">
      <dgm:prSet presAssocID="{7AEF3696-E8CE-470A-8DBB-8CB742C8B5B2}" presName="tx1" presStyleLbl="revTx" presStyleIdx="9" presStyleCnt="12"/>
      <dgm:spPr/>
    </dgm:pt>
    <dgm:pt modelId="{F9EA70B8-573B-422A-9366-7E742F81568B}" type="pres">
      <dgm:prSet presAssocID="{7AEF3696-E8CE-470A-8DBB-8CB742C8B5B2}" presName="vert1" presStyleCnt="0"/>
      <dgm:spPr/>
    </dgm:pt>
    <dgm:pt modelId="{09072C32-CF55-432F-99AA-E06E50838C8D}" type="pres">
      <dgm:prSet presAssocID="{52256B92-B97D-4B2E-8DC4-E986A0C18569}" presName="thickLine" presStyleLbl="alignNode1" presStyleIdx="10" presStyleCnt="12"/>
      <dgm:spPr/>
    </dgm:pt>
    <dgm:pt modelId="{292840FA-868D-438A-82DD-64CD1AC917E9}" type="pres">
      <dgm:prSet presAssocID="{52256B92-B97D-4B2E-8DC4-E986A0C18569}" presName="horz1" presStyleCnt="0"/>
      <dgm:spPr/>
    </dgm:pt>
    <dgm:pt modelId="{814ED034-9A74-4217-AF16-69E9AF3D1F34}" type="pres">
      <dgm:prSet presAssocID="{52256B92-B97D-4B2E-8DC4-E986A0C18569}" presName="tx1" presStyleLbl="revTx" presStyleIdx="10" presStyleCnt="12"/>
      <dgm:spPr/>
    </dgm:pt>
    <dgm:pt modelId="{1BDF0EDD-21AF-4213-9EB7-43A79DA7A5EF}" type="pres">
      <dgm:prSet presAssocID="{52256B92-B97D-4B2E-8DC4-E986A0C18569}" presName="vert1" presStyleCnt="0"/>
      <dgm:spPr/>
    </dgm:pt>
    <dgm:pt modelId="{0723930E-AF7E-49BE-9A72-4BE086CA5191}" type="pres">
      <dgm:prSet presAssocID="{7822A8B2-64CB-4C1D-A9BE-F946EFA198A5}" presName="thickLine" presStyleLbl="alignNode1" presStyleIdx="11" presStyleCnt="12"/>
      <dgm:spPr/>
    </dgm:pt>
    <dgm:pt modelId="{EBFD0DB4-A3DA-4EFA-A9C9-BAB70595EC03}" type="pres">
      <dgm:prSet presAssocID="{7822A8B2-64CB-4C1D-A9BE-F946EFA198A5}" presName="horz1" presStyleCnt="0"/>
      <dgm:spPr/>
    </dgm:pt>
    <dgm:pt modelId="{8B0FD5B3-8C0D-4C02-A887-5E3AFA6E64FB}" type="pres">
      <dgm:prSet presAssocID="{7822A8B2-64CB-4C1D-A9BE-F946EFA198A5}" presName="tx1" presStyleLbl="revTx" presStyleIdx="11" presStyleCnt="12"/>
      <dgm:spPr/>
    </dgm:pt>
    <dgm:pt modelId="{C4547841-EF48-4612-9B9C-D90D2181A0B2}" type="pres">
      <dgm:prSet presAssocID="{7822A8B2-64CB-4C1D-A9BE-F946EFA198A5}" presName="vert1" presStyleCnt="0"/>
      <dgm:spPr/>
    </dgm:pt>
  </dgm:ptLst>
  <dgm:cxnLst>
    <dgm:cxn modelId="{D2C8C201-B709-46EC-AC96-05CA8A57A950}" type="presOf" srcId="{DAF600C7-9F03-4E68-B2E7-75C1967A8282}" destId="{E08C3EEA-6B11-416F-BE7F-FE404EF951E1}" srcOrd="0" destOrd="0" presId="urn:microsoft.com/office/officeart/2008/layout/LinedList"/>
    <dgm:cxn modelId="{E85F2009-2DDB-4FE4-A5CB-5F1732CB975E}" srcId="{93A8F69C-CACA-47F5-AD01-A4CA20BCFFB1}" destId="{9906709B-FC37-4A62-8220-B2141244E717}" srcOrd="8" destOrd="0" parTransId="{C0B2F158-AC89-4B77-BEE3-64749F903287}" sibTransId="{5B43AC39-4A0E-49DB-9143-6C5726F28324}"/>
    <dgm:cxn modelId="{6EF32315-60B3-4B63-9998-BED9CA742DF1}" type="presOf" srcId="{3BBB19D5-3751-4D54-814C-9E4F58F09FC4}" destId="{94F37424-4EB9-41E9-8A7A-7C43688D0EA5}" srcOrd="0" destOrd="0" presId="urn:microsoft.com/office/officeart/2008/layout/LinedList"/>
    <dgm:cxn modelId="{3D1BE715-C97B-4890-8F84-E1573016AAF9}" type="presOf" srcId="{8A6A7E30-A8CF-486B-B8EE-88DEEA6E7D74}" destId="{59B39A84-5959-4CAF-B0E2-EE37677E38BD}" srcOrd="0" destOrd="0" presId="urn:microsoft.com/office/officeart/2008/layout/LinedList"/>
    <dgm:cxn modelId="{8A467B28-7962-4D42-9EB5-C8B88A15AECB}" srcId="{93A8F69C-CACA-47F5-AD01-A4CA20BCFFB1}" destId="{C9489F76-DFA0-415D-88C7-EE93FEE137C5}" srcOrd="2" destOrd="0" parTransId="{069E7DAF-0543-45CC-959C-5D05C368575A}" sibTransId="{D6EBE321-A75B-4751-9131-63C09B9FC489}"/>
    <dgm:cxn modelId="{1AA8DA2A-2F29-43C7-A324-A01EBD9F2294}" type="presOf" srcId="{9906709B-FC37-4A62-8220-B2141244E717}" destId="{378CCAAC-437E-41A8-8D05-4729DC25335F}" srcOrd="0" destOrd="0" presId="urn:microsoft.com/office/officeart/2008/layout/LinedList"/>
    <dgm:cxn modelId="{2F3D5F37-3053-4DCC-AF12-7F93DB36D826}" type="presOf" srcId="{A36AF157-0C5A-468E-AB7E-2D7BD58E5C6E}" destId="{0BB88569-39B9-4014-AD96-28D2E1293222}" srcOrd="0" destOrd="0" presId="urn:microsoft.com/office/officeart/2008/layout/LinedList"/>
    <dgm:cxn modelId="{F395423A-B5B9-48E6-BE12-F42E136DCA76}" type="presOf" srcId="{F2F0060B-075A-4E31-87F5-BA806B4CC980}" destId="{EFDC2EC8-DC37-4407-82BA-352B3648E2DC}" srcOrd="0" destOrd="0" presId="urn:microsoft.com/office/officeart/2008/layout/LinedList"/>
    <dgm:cxn modelId="{D354413E-32B3-4A6F-B2C3-AE04826C5627}" srcId="{93A8F69C-CACA-47F5-AD01-A4CA20BCFFB1}" destId="{8A6A7E30-A8CF-486B-B8EE-88DEEA6E7D74}" srcOrd="5" destOrd="0" parTransId="{E5A90279-CC74-40FC-933D-2867F052A049}" sibTransId="{85ECFF7E-19A8-4B33-ABEF-3528B646FB1D}"/>
    <dgm:cxn modelId="{832BE05F-3235-4179-B356-BFDEC6B7BF34}" srcId="{93A8F69C-CACA-47F5-AD01-A4CA20BCFFB1}" destId="{7AEF3696-E8CE-470A-8DBB-8CB742C8B5B2}" srcOrd="9" destOrd="0" parTransId="{71DBFEF8-0B2A-44D6-BDEE-05BF30FE4BEA}" sibTransId="{AB89F718-0616-4C17-A5FE-6B5F1A661485}"/>
    <dgm:cxn modelId="{587A8248-6FDA-4D88-9FA0-7B842945216E}" type="presOf" srcId="{93A8F69C-CACA-47F5-AD01-A4CA20BCFFB1}" destId="{191E3B23-A68F-49F6-8DDA-485880D74D5C}" srcOrd="0" destOrd="0" presId="urn:microsoft.com/office/officeart/2008/layout/LinedList"/>
    <dgm:cxn modelId="{74D56369-AB2A-4853-ACC5-0C6BAB0C60E0}" srcId="{93A8F69C-CACA-47F5-AD01-A4CA20BCFFB1}" destId="{3BBB19D5-3751-4D54-814C-9E4F58F09FC4}" srcOrd="3" destOrd="0" parTransId="{A1B63990-0584-4213-8E02-ACFF9E869F46}" sibTransId="{631BB1C7-5EB2-4D60-A44D-BDBF55215C1C}"/>
    <dgm:cxn modelId="{5AC68A6C-B752-49AE-BAA6-307744E1EB45}" type="presOf" srcId="{7AEF3696-E8CE-470A-8DBB-8CB742C8B5B2}" destId="{269770D6-6554-4833-BE9C-4BF4D595497D}" srcOrd="0" destOrd="0" presId="urn:microsoft.com/office/officeart/2008/layout/LinedList"/>
    <dgm:cxn modelId="{15219175-4CB9-4B40-8310-50150EDE5164}" srcId="{93A8F69C-CACA-47F5-AD01-A4CA20BCFFB1}" destId="{F2F0060B-075A-4E31-87F5-BA806B4CC980}" srcOrd="7" destOrd="0" parTransId="{E0E280D1-A0BB-4109-98BF-2F7A389549D0}" sibTransId="{B8D3CA3A-A3D8-4531-93B0-4A93E3818709}"/>
    <dgm:cxn modelId="{1E051857-9A94-4559-92DF-26D7F2B7AFC9}" srcId="{93A8F69C-CACA-47F5-AD01-A4CA20BCFFB1}" destId="{5877772F-DCC7-4353-847D-847D47A7B0D3}" srcOrd="1" destOrd="0" parTransId="{30B7EE6C-8F43-479D-B0A5-66465429ADAF}" sibTransId="{3187102A-FF32-4363-8B30-36001CC12AB6}"/>
    <dgm:cxn modelId="{1531F478-AF94-49CD-97E6-87BC5B9230F4}" type="presOf" srcId="{52256B92-B97D-4B2E-8DC4-E986A0C18569}" destId="{814ED034-9A74-4217-AF16-69E9AF3D1F34}" srcOrd="0" destOrd="0" presId="urn:microsoft.com/office/officeart/2008/layout/LinedList"/>
    <dgm:cxn modelId="{C5D10382-EAC1-41FE-99EB-E014ACA3F11C}" type="presOf" srcId="{C9489F76-DFA0-415D-88C7-EE93FEE137C5}" destId="{1EF89A7F-60BE-47F7-AD4F-6FD5D4A02892}" srcOrd="0" destOrd="0" presId="urn:microsoft.com/office/officeart/2008/layout/LinedList"/>
    <dgm:cxn modelId="{C0BF6289-9736-4B74-876F-72B3F1B1EC59}" srcId="{93A8F69C-CACA-47F5-AD01-A4CA20BCFFB1}" destId="{DAF600C7-9F03-4E68-B2E7-75C1967A8282}" srcOrd="6" destOrd="0" parTransId="{04975228-3443-4FC6-B154-BCF51FE267C9}" sibTransId="{C2675BA7-FED1-4623-B611-4B3A556D2770}"/>
    <dgm:cxn modelId="{60C6148F-13B0-4BB4-A29A-3ACF82E9CEA5}" type="presOf" srcId="{7822A8B2-64CB-4C1D-A9BE-F946EFA198A5}" destId="{8B0FD5B3-8C0D-4C02-A887-5E3AFA6E64FB}" srcOrd="0" destOrd="0" presId="urn:microsoft.com/office/officeart/2008/layout/LinedList"/>
    <dgm:cxn modelId="{6579609E-4658-4A91-BCD2-F7A4CBB76CFE}" type="presOf" srcId="{5877772F-DCC7-4353-847D-847D47A7B0D3}" destId="{881F7F3B-140E-4C33-8BC1-C5C75525F7E0}" srcOrd="0" destOrd="0" presId="urn:microsoft.com/office/officeart/2008/layout/LinedList"/>
    <dgm:cxn modelId="{A8D6AD9F-9084-465C-A926-64CDF36458A0}" srcId="{93A8F69C-CACA-47F5-AD01-A4CA20BCFFB1}" destId="{52256B92-B97D-4B2E-8DC4-E986A0C18569}" srcOrd="10" destOrd="0" parTransId="{61FCD4A9-5FFC-4FBD-8366-BE99A5E29334}" sibTransId="{324F4278-BE5E-4239-8E6A-754292C82557}"/>
    <dgm:cxn modelId="{67327AAF-7840-457F-9C48-10DDB76BAC3B}" srcId="{93A8F69C-CACA-47F5-AD01-A4CA20BCFFB1}" destId="{AD792C2E-A348-463A-A6EF-6E0360D299D0}" srcOrd="0" destOrd="0" parTransId="{5F295807-A383-4DC7-B7AE-4FC7EA516062}" sibTransId="{D4F1B2D6-DEF3-41A4-9995-070C33AABECD}"/>
    <dgm:cxn modelId="{A7FF3DC2-3458-44F7-839E-8584B7A1C09F}" type="presOf" srcId="{AD792C2E-A348-463A-A6EF-6E0360D299D0}" destId="{FDD29974-EC55-43E7-9209-131CD2A63342}" srcOrd="0" destOrd="0" presId="urn:microsoft.com/office/officeart/2008/layout/LinedList"/>
    <dgm:cxn modelId="{408361D0-0E80-467E-9615-8AE8010BC6E0}" srcId="{93A8F69C-CACA-47F5-AD01-A4CA20BCFFB1}" destId="{A36AF157-0C5A-468E-AB7E-2D7BD58E5C6E}" srcOrd="4" destOrd="0" parTransId="{4231EF25-56EF-4119-80D4-2DA38BE816BD}" sibTransId="{94610372-A764-4B42-969F-2DF0BBA1634F}"/>
    <dgm:cxn modelId="{C66422FC-F954-4E00-AB1D-777C089DD2BE}" srcId="{93A8F69C-CACA-47F5-AD01-A4CA20BCFFB1}" destId="{7822A8B2-64CB-4C1D-A9BE-F946EFA198A5}" srcOrd="11" destOrd="0" parTransId="{249110FF-135D-40A9-B919-C3C528144074}" sibTransId="{B49FAA40-6C4A-497E-93A7-48CF27BB2C3C}"/>
    <dgm:cxn modelId="{E5119CA1-285F-496F-AA51-CA78DBFD06E4}" type="presParOf" srcId="{191E3B23-A68F-49F6-8DDA-485880D74D5C}" destId="{734E609B-71E3-4172-9EC7-C8A6186372BD}" srcOrd="0" destOrd="0" presId="urn:microsoft.com/office/officeart/2008/layout/LinedList"/>
    <dgm:cxn modelId="{7C58E716-B12E-44C1-9748-F424CA7608DA}" type="presParOf" srcId="{191E3B23-A68F-49F6-8DDA-485880D74D5C}" destId="{D631F37E-104C-4016-8D48-D350AC47EB64}" srcOrd="1" destOrd="0" presId="urn:microsoft.com/office/officeart/2008/layout/LinedList"/>
    <dgm:cxn modelId="{72A6759B-8BE7-4053-8231-815DC5A5373C}" type="presParOf" srcId="{D631F37E-104C-4016-8D48-D350AC47EB64}" destId="{FDD29974-EC55-43E7-9209-131CD2A63342}" srcOrd="0" destOrd="0" presId="urn:microsoft.com/office/officeart/2008/layout/LinedList"/>
    <dgm:cxn modelId="{B53F9CB9-C287-42FE-B35C-95E472424493}" type="presParOf" srcId="{D631F37E-104C-4016-8D48-D350AC47EB64}" destId="{9BA07D55-E32D-4FDE-8565-E4A770CCF852}" srcOrd="1" destOrd="0" presId="urn:microsoft.com/office/officeart/2008/layout/LinedList"/>
    <dgm:cxn modelId="{974F937F-6C03-4D63-9E8F-8D2171EA1E43}" type="presParOf" srcId="{191E3B23-A68F-49F6-8DDA-485880D74D5C}" destId="{4B36FEC5-94E1-4501-B5F4-82458FAC0A34}" srcOrd="2" destOrd="0" presId="urn:microsoft.com/office/officeart/2008/layout/LinedList"/>
    <dgm:cxn modelId="{10E09494-8B1C-4BBA-806C-C33346F6C511}" type="presParOf" srcId="{191E3B23-A68F-49F6-8DDA-485880D74D5C}" destId="{36CA0506-49FC-4318-B1A3-B7D46F9D457E}" srcOrd="3" destOrd="0" presId="urn:microsoft.com/office/officeart/2008/layout/LinedList"/>
    <dgm:cxn modelId="{E5B5AD0D-EE32-4405-B920-A6520590B90E}" type="presParOf" srcId="{36CA0506-49FC-4318-B1A3-B7D46F9D457E}" destId="{881F7F3B-140E-4C33-8BC1-C5C75525F7E0}" srcOrd="0" destOrd="0" presId="urn:microsoft.com/office/officeart/2008/layout/LinedList"/>
    <dgm:cxn modelId="{6618B123-CE51-4BC8-966E-3A51EA407B8F}" type="presParOf" srcId="{36CA0506-49FC-4318-B1A3-B7D46F9D457E}" destId="{BCD6E608-836C-440E-91CD-238082C1D31C}" srcOrd="1" destOrd="0" presId="urn:microsoft.com/office/officeart/2008/layout/LinedList"/>
    <dgm:cxn modelId="{D9DED965-01A2-4995-965A-A3959F5FA7AB}" type="presParOf" srcId="{191E3B23-A68F-49F6-8DDA-485880D74D5C}" destId="{C0428263-3B39-466E-AAAE-45A8DF0EEE6C}" srcOrd="4" destOrd="0" presId="urn:microsoft.com/office/officeart/2008/layout/LinedList"/>
    <dgm:cxn modelId="{07075B38-3171-448B-B295-E6AF6290ECE4}" type="presParOf" srcId="{191E3B23-A68F-49F6-8DDA-485880D74D5C}" destId="{76C04D71-9316-4EC2-9E4A-067B62A69101}" srcOrd="5" destOrd="0" presId="urn:microsoft.com/office/officeart/2008/layout/LinedList"/>
    <dgm:cxn modelId="{3F1CA216-0870-4126-BD9F-BF674D426EC5}" type="presParOf" srcId="{76C04D71-9316-4EC2-9E4A-067B62A69101}" destId="{1EF89A7F-60BE-47F7-AD4F-6FD5D4A02892}" srcOrd="0" destOrd="0" presId="urn:microsoft.com/office/officeart/2008/layout/LinedList"/>
    <dgm:cxn modelId="{AEB4E715-FE54-44DA-9F56-5D7B4AC19178}" type="presParOf" srcId="{76C04D71-9316-4EC2-9E4A-067B62A69101}" destId="{F39C134C-E65A-4436-92AA-BDCCC3731703}" srcOrd="1" destOrd="0" presId="urn:microsoft.com/office/officeart/2008/layout/LinedList"/>
    <dgm:cxn modelId="{E90E2DD8-8CA9-42B0-A4C5-5E95E790C04C}" type="presParOf" srcId="{191E3B23-A68F-49F6-8DDA-485880D74D5C}" destId="{9983FA78-C762-4BE7-8316-CD0173113B84}" srcOrd="6" destOrd="0" presId="urn:microsoft.com/office/officeart/2008/layout/LinedList"/>
    <dgm:cxn modelId="{B70D8EE1-F1C1-4546-ADD9-27EDC7855986}" type="presParOf" srcId="{191E3B23-A68F-49F6-8DDA-485880D74D5C}" destId="{16135F95-6E43-4BFC-A2E4-964F14423E45}" srcOrd="7" destOrd="0" presId="urn:microsoft.com/office/officeart/2008/layout/LinedList"/>
    <dgm:cxn modelId="{DEABD5DD-83BA-4C17-AF54-B2A8998CBF11}" type="presParOf" srcId="{16135F95-6E43-4BFC-A2E4-964F14423E45}" destId="{94F37424-4EB9-41E9-8A7A-7C43688D0EA5}" srcOrd="0" destOrd="0" presId="urn:microsoft.com/office/officeart/2008/layout/LinedList"/>
    <dgm:cxn modelId="{260E2C15-A6E5-47FF-B3F0-41690D86F117}" type="presParOf" srcId="{16135F95-6E43-4BFC-A2E4-964F14423E45}" destId="{46644DBE-A8A0-48DF-89B4-0B402FED5004}" srcOrd="1" destOrd="0" presId="urn:microsoft.com/office/officeart/2008/layout/LinedList"/>
    <dgm:cxn modelId="{CFFF6F31-F33D-4C3E-95F3-DA37144C824D}" type="presParOf" srcId="{191E3B23-A68F-49F6-8DDA-485880D74D5C}" destId="{E25C6DF0-18A6-464B-9F67-DB4B3AF0D2B1}" srcOrd="8" destOrd="0" presId="urn:microsoft.com/office/officeart/2008/layout/LinedList"/>
    <dgm:cxn modelId="{7315AEA0-DDC2-42F6-9F35-9279CF6C397D}" type="presParOf" srcId="{191E3B23-A68F-49F6-8DDA-485880D74D5C}" destId="{4C809E4B-8733-4CC9-8408-AF59E420361F}" srcOrd="9" destOrd="0" presId="urn:microsoft.com/office/officeart/2008/layout/LinedList"/>
    <dgm:cxn modelId="{CA4D8726-B3D3-4C30-9C28-7E8194125442}" type="presParOf" srcId="{4C809E4B-8733-4CC9-8408-AF59E420361F}" destId="{0BB88569-39B9-4014-AD96-28D2E1293222}" srcOrd="0" destOrd="0" presId="urn:microsoft.com/office/officeart/2008/layout/LinedList"/>
    <dgm:cxn modelId="{00964041-19C4-4719-A345-B3DFD4BD30D3}" type="presParOf" srcId="{4C809E4B-8733-4CC9-8408-AF59E420361F}" destId="{9C26927F-730B-42A1-BE16-7F1D1C523558}" srcOrd="1" destOrd="0" presId="urn:microsoft.com/office/officeart/2008/layout/LinedList"/>
    <dgm:cxn modelId="{50E1E34F-7796-41B1-96D1-CD6F9E2614E6}" type="presParOf" srcId="{191E3B23-A68F-49F6-8DDA-485880D74D5C}" destId="{F3F903F9-F909-40B3-9B4A-C45316AE785F}" srcOrd="10" destOrd="0" presId="urn:microsoft.com/office/officeart/2008/layout/LinedList"/>
    <dgm:cxn modelId="{AEEA92AA-08A0-4934-8CFA-32BAE4494DB1}" type="presParOf" srcId="{191E3B23-A68F-49F6-8DDA-485880D74D5C}" destId="{FDB4E06F-77F7-49A3-9471-A8C7D62B67AD}" srcOrd="11" destOrd="0" presId="urn:microsoft.com/office/officeart/2008/layout/LinedList"/>
    <dgm:cxn modelId="{349D03FF-7E61-4C03-B66E-6FA35F0C8CA9}" type="presParOf" srcId="{FDB4E06F-77F7-49A3-9471-A8C7D62B67AD}" destId="{59B39A84-5959-4CAF-B0E2-EE37677E38BD}" srcOrd="0" destOrd="0" presId="urn:microsoft.com/office/officeart/2008/layout/LinedList"/>
    <dgm:cxn modelId="{A8801091-680E-429C-9311-AE34ABD56344}" type="presParOf" srcId="{FDB4E06F-77F7-49A3-9471-A8C7D62B67AD}" destId="{8750F930-9E1C-405F-8CF7-F2B6FC2A238A}" srcOrd="1" destOrd="0" presId="urn:microsoft.com/office/officeart/2008/layout/LinedList"/>
    <dgm:cxn modelId="{211661B7-5C3B-49E9-A7E0-D41E07930CBB}" type="presParOf" srcId="{191E3B23-A68F-49F6-8DDA-485880D74D5C}" destId="{7C733ACB-236E-4443-9004-3170FC87DA95}" srcOrd="12" destOrd="0" presId="urn:microsoft.com/office/officeart/2008/layout/LinedList"/>
    <dgm:cxn modelId="{94F7C8A5-8A9C-4430-A460-02951A4F9072}" type="presParOf" srcId="{191E3B23-A68F-49F6-8DDA-485880D74D5C}" destId="{EF425757-AA58-4679-8101-2709D17A2D60}" srcOrd="13" destOrd="0" presId="urn:microsoft.com/office/officeart/2008/layout/LinedList"/>
    <dgm:cxn modelId="{12121779-4204-490E-8861-3984CC57EBB5}" type="presParOf" srcId="{EF425757-AA58-4679-8101-2709D17A2D60}" destId="{E08C3EEA-6B11-416F-BE7F-FE404EF951E1}" srcOrd="0" destOrd="0" presId="urn:microsoft.com/office/officeart/2008/layout/LinedList"/>
    <dgm:cxn modelId="{A3C34BF2-3BEF-4517-B164-D81E9B08ACEC}" type="presParOf" srcId="{EF425757-AA58-4679-8101-2709D17A2D60}" destId="{7B8CB270-CB7D-4CFE-A849-283FD5D48DE4}" srcOrd="1" destOrd="0" presId="urn:microsoft.com/office/officeart/2008/layout/LinedList"/>
    <dgm:cxn modelId="{D0CC8C63-A122-4E1A-98E5-0A265E9A68E1}" type="presParOf" srcId="{191E3B23-A68F-49F6-8DDA-485880D74D5C}" destId="{C50348D3-E2EB-4AFA-B1F9-4F3D6C7064DE}" srcOrd="14" destOrd="0" presId="urn:microsoft.com/office/officeart/2008/layout/LinedList"/>
    <dgm:cxn modelId="{ED31D332-07D8-49D7-BE98-04D949D354B8}" type="presParOf" srcId="{191E3B23-A68F-49F6-8DDA-485880D74D5C}" destId="{A76ED265-F368-454B-8587-385B3FFE23FE}" srcOrd="15" destOrd="0" presId="urn:microsoft.com/office/officeart/2008/layout/LinedList"/>
    <dgm:cxn modelId="{3B00E2A9-9DC0-4727-A4D3-4C94FADCBA05}" type="presParOf" srcId="{A76ED265-F368-454B-8587-385B3FFE23FE}" destId="{EFDC2EC8-DC37-4407-82BA-352B3648E2DC}" srcOrd="0" destOrd="0" presId="urn:microsoft.com/office/officeart/2008/layout/LinedList"/>
    <dgm:cxn modelId="{C8F093A6-3F30-4086-A154-0C2B0F83B52C}" type="presParOf" srcId="{A76ED265-F368-454B-8587-385B3FFE23FE}" destId="{A6CD4134-679D-4347-B6DB-3D6DC0164935}" srcOrd="1" destOrd="0" presId="urn:microsoft.com/office/officeart/2008/layout/LinedList"/>
    <dgm:cxn modelId="{CCA9B86F-FF53-43B7-8EFD-775039E6A4B8}" type="presParOf" srcId="{191E3B23-A68F-49F6-8DDA-485880D74D5C}" destId="{24441C44-402B-43F9-B638-88DBD3600A9F}" srcOrd="16" destOrd="0" presId="urn:microsoft.com/office/officeart/2008/layout/LinedList"/>
    <dgm:cxn modelId="{B7EB8881-5B6E-4E27-804C-41FEDEA1171C}" type="presParOf" srcId="{191E3B23-A68F-49F6-8DDA-485880D74D5C}" destId="{D618A80E-8DE8-4DE5-975D-366A1ACA6CCF}" srcOrd="17" destOrd="0" presId="urn:microsoft.com/office/officeart/2008/layout/LinedList"/>
    <dgm:cxn modelId="{5B56A943-75D0-43F6-8032-D911E3290271}" type="presParOf" srcId="{D618A80E-8DE8-4DE5-975D-366A1ACA6CCF}" destId="{378CCAAC-437E-41A8-8D05-4729DC25335F}" srcOrd="0" destOrd="0" presId="urn:microsoft.com/office/officeart/2008/layout/LinedList"/>
    <dgm:cxn modelId="{F1842C15-E028-4082-803D-D945DFBE53EE}" type="presParOf" srcId="{D618A80E-8DE8-4DE5-975D-366A1ACA6CCF}" destId="{5A111B1C-4856-4BF8-BB64-C4DC86B8FB3F}" srcOrd="1" destOrd="0" presId="urn:microsoft.com/office/officeart/2008/layout/LinedList"/>
    <dgm:cxn modelId="{E862DFBE-CC04-43D8-B2D8-96660204527C}" type="presParOf" srcId="{191E3B23-A68F-49F6-8DDA-485880D74D5C}" destId="{E44F1D4B-07F4-4348-A366-004D740A3632}" srcOrd="18" destOrd="0" presId="urn:microsoft.com/office/officeart/2008/layout/LinedList"/>
    <dgm:cxn modelId="{7B9BB32A-0E65-4174-A305-1D7D99E462C8}" type="presParOf" srcId="{191E3B23-A68F-49F6-8DDA-485880D74D5C}" destId="{D6EC687F-0750-48EA-AB8D-E8513F189A17}" srcOrd="19" destOrd="0" presId="urn:microsoft.com/office/officeart/2008/layout/LinedList"/>
    <dgm:cxn modelId="{E1716008-9534-445D-9E7C-CC149A5254B3}" type="presParOf" srcId="{D6EC687F-0750-48EA-AB8D-E8513F189A17}" destId="{269770D6-6554-4833-BE9C-4BF4D595497D}" srcOrd="0" destOrd="0" presId="urn:microsoft.com/office/officeart/2008/layout/LinedList"/>
    <dgm:cxn modelId="{EFB6B78E-553F-4610-98D2-557DA79A4D7F}" type="presParOf" srcId="{D6EC687F-0750-48EA-AB8D-E8513F189A17}" destId="{F9EA70B8-573B-422A-9366-7E742F81568B}" srcOrd="1" destOrd="0" presId="urn:microsoft.com/office/officeart/2008/layout/LinedList"/>
    <dgm:cxn modelId="{D69F04F5-96E0-4527-94A9-9DC43EE4AB32}" type="presParOf" srcId="{191E3B23-A68F-49F6-8DDA-485880D74D5C}" destId="{09072C32-CF55-432F-99AA-E06E50838C8D}" srcOrd="20" destOrd="0" presId="urn:microsoft.com/office/officeart/2008/layout/LinedList"/>
    <dgm:cxn modelId="{C87901CC-7012-41AA-A86D-FEF3B7A2CA3A}" type="presParOf" srcId="{191E3B23-A68F-49F6-8DDA-485880D74D5C}" destId="{292840FA-868D-438A-82DD-64CD1AC917E9}" srcOrd="21" destOrd="0" presId="urn:microsoft.com/office/officeart/2008/layout/LinedList"/>
    <dgm:cxn modelId="{C014123F-FD39-408E-97A6-D0AB14992E68}" type="presParOf" srcId="{292840FA-868D-438A-82DD-64CD1AC917E9}" destId="{814ED034-9A74-4217-AF16-69E9AF3D1F34}" srcOrd="0" destOrd="0" presId="urn:microsoft.com/office/officeart/2008/layout/LinedList"/>
    <dgm:cxn modelId="{8882438E-E528-43A2-9D28-3CF33B3F2531}" type="presParOf" srcId="{292840FA-868D-438A-82DD-64CD1AC917E9}" destId="{1BDF0EDD-21AF-4213-9EB7-43A79DA7A5EF}" srcOrd="1" destOrd="0" presId="urn:microsoft.com/office/officeart/2008/layout/LinedList"/>
    <dgm:cxn modelId="{04D155AA-3E13-48E7-A4A3-95A6E486D8CC}" type="presParOf" srcId="{191E3B23-A68F-49F6-8DDA-485880D74D5C}" destId="{0723930E-AF7E-49BE-9A72-4BE086CA5191}" srcOrd="22" destOrd="0" presId="urn:microsoft.com/office/officeart/2008/layout/LinedList"/>
    <dgm:cxn modelId="{2CCBAA60-2C88-4D70-B35F-9A5131B8BFF9}" type="presParOf" srcId="{191E3B23-A68F-49F6-8DDA-485880D74D5C}" destId="{EBFD0DB4-A3DA-4EFA-A9C9-BAB70595EC03}" srcOrd="23" destOrd="0" presId="urn:microsoft.com/office/officeart/2008/layout/LinedList"/>
    <dgm:cxn modelId="{D8285CE6-187C-4B83-A25F-75E5081FF537}" type="presParOf" srcId="{EBFD0DB4-A3DA-4EFA-A9C9-BAB70595EC03}" destId="{8B0FD5B3-8C0D-4C02-A887-5E3AFA6E64FB}" srcOrd="0" destOrd="0" presId="urn:microsoft.com/office/officeart/2008/layout/LinedList"/>
    <dgm:cxn modelId="{E83D6CA2-73F4-4C0C-813E-7241509E1E36}" type="presParOf" srcId="{EBFD0DB4-A3DA-4EFA-A9C9-BAB70595EC03}" destId="{C4547841-EF48-4612-9B9C-D90D2181A0B2}"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C994E9-BAE5-4D24-B675-083149138FD2}"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A032656A-A993-46B6-8092-8E59EDFBE9EE}">
      <dgm:prSet/>
      <dgm:spPr/>
      <dgm:t>
        <a:bodyPr/>
        <a:lstStyle/>
        <a:p>
          <a:r>
            <a:rPr lang="en-US" b="0" i="0" baseline="0" dirty="0"/>
            <a:t>Insertion means adding a new node to the linked list.</a:t>
          </a:r>
          <a:endParaRPr lang="en-US" dirty="0"/>
        </a:p>
      </dgm:t>
    </dgm:pt>
    <dgm:pt modelId="{464A6FCF-AE65-4258-9AD4-0699768E4752}" type="parTrans" cxnId="{86DC2775-E5B2-4E45-B6CD-6BA0F2541DC9}">
      <dgm:prSet/>
      <dgm:spPr/>
      <dgm:t>
        <a:bodyPr/>
        <a:lstStyle/>
        <a:p>
          <a:endParaRPr lang="en-US"/>
        </a:p>
      </dgm:t>
    </dgm:pt>
    <dgm:pt modelId="{8B723B0C-0EF6-48C0-889F-3884305129FD}" type="sibTrans" cxnId="{86DC2775-E5B2-4E45-B6CD-6BA0F2541DC9}">
      <dgm:prSet/>
      <dgm:spPr/>
      <dgm:t>
        <a:bodyPr/>
        <a:lstStyle/>
        <a:p>
          <a:endParaRPr lang="en-US"/>
        </a:p>
      </dgm:t>
    </dgm:pt>
    <dgm:pt modelId="{C7E5ABBF-FBD8-4FAA-B5EE-4C8ADF9C8246}">
      <dgm:prSet/>
      <dgm:spPr/>
      <dgm:t>
        <a:bodyPr/>
        <a:lstStyle/>
        <a:p>
          <a:r>
            <a:rPr lang="en-US" b="0" i="0" baseline="0"/>
            <a:t>Common forms:</a:t>
          </a:r>
          <a:endParaRPr lang="en-US"/>
        </a:p>
      </dgm:t>
    </dgm:pt>
    <dgm:pt modelId="{4A1A5EC6-C88E-48F7-8EB9-3E54AF8586A0}" type="parTrans" cxnId="{63B24972-F3A9-4A94-9E61-BAB813DCB7B8}">
      <dgm:prSet/>
      <dgm:spPr/>
      <dgm:t>
        <a:bodyPr/>
        <a:lstStyle/>
        <a:p>
          <a:endParaRPr lang="en-US"/>
        </a:p>
      </dgm:t>
    </dgm:pt>
    <dgm:pt modelId="{13B68ED0-C519-4393-90ED-577E86273EA3}" type="sibTrans" cxnId="{63B24972-F3A9-4A94-9E61-BAB813DCB7B8}">
      <dgm:prSet/>
      <dgm:spPr/>
      <dgm:t>
        <a:bodyPr/>
        <a:lstStyle/>
        <a:p>
          <a:endParaRPr lang="en-US"/>
        </a:p>
      </dgm:t>
    </dgm:pt>
    <dgm:pt modelId="{45CC1E83-4C6B-4905-A2E6-1BB59D86EF37}">
      <dgm:prSet/>
      <dgm:spPr/>
      <dgm:t>
        <a:bodyPr/>
        <a:lstStyle/>
        <a:p>
          <a:r>
            <a:rPr lang="en-US" b="0" i="0" baseline="0"/>
            <a:t>At the beginning (head)</a:t>
          </a:r>
          <a:endParaRPr lang="en-US"/>
        </a:p>
      </dgm:t>
    </dgm:pt>
    <dgm:pt modelId="{7455E054-1EF2-49B1-BC1B-A0B788F32F21}" type="parTrans" cxnId="{448BC716-6382-439C-A2BF-C8F8098FB1B8}">
      <dgm:prSet/>
      <dgm:spPr/>
      <dgm:t>
        <a:bodyPr/>
        <a:lstStyle/>
        <a:p>
          <a:endParaRPr lang="en-US"/>
        </a:p>
      </dgm:t>
    </dgm:pt>
    <dgm:pt modelId="{CE736A63-1A66-4B77-96C4-6760A7EC0581}" type="sibTrans" cxnId="{448BC716-6382-439C-A2BF-C8F8098FB1B8}">
      <dgm:prSet/>
      <dgm:spPr/>
      <dgm:t>
        <a:bodyPr/>
        <a:lstStyle/>
        <a:p>
          <a:endParaRPr lang="en-US"/>
        </a:p>
      </dgm:t>
    </dgm:pt>
    <dgm:pt modelId="{87913F28-2AFA-4AB8-992B-6F738C816040}">
      <dgm:prSet/>
      <dgm:spPr/>
      <dgm:t>
        <a:bodyPr/>
        <a:lstStyle/>
        <a:p>
          <a:r>
            <a:rPr lang="en-US" b="0" i="0" baseline="0"/>
            <a:t>At the end (tail)</a:t>
          </a:r>
          <a:endParaRPr lang="en-US"/>
        </a:p>
      </dgm:t>
    </dgm:pt>
    <dgm:pt modelId="{4C822D78-4462-465B-BAE1-F148273DA902}" type="parTrans" cxnId="{C3EBE3E3-FB2C-489C-9E4F-C3BD6572A2E6}">
      <dgm:prSet/>
      <dgm:spPr/>
      <dgm:t>
        <a:bodyPr/>
        <a:lstStyle/>
        <a:p>
          <a:endParaRPr lang="en-US"/>
        </a:p>
      </dgm:t>
    </dgm:pt>
    <dgm:pt modelId="{2EC3A89B-B0C0-48B3-AFCB-5F5F7E2AB11A}" type="sibTrans" cxnId="{C3EBE3E3-FB2C-489C-9E4F-C3BD6572A2E6}">
      <dgm:prSet/>
      <dgm:spPr/>
      <dgm:t>
        <a:bodyPr/>
        <a:lstStyle/>
        <a:p>
          <a:endParaRPr lang="en-US"/>
        </a:p>
      </dgm:t>
    </dgm:pt>
    <dgm:pt modelId="{A4F9B29C-7EC0-48A0-8BEB-535FF630E574}">
      <dgm:prSet/>
      <dgm:spPr/>
      <dgm:t>
        <a:bodyPr/>
        <a:lstStyle/>
        <a:p>
          <a:r>
            <a:rPr lang="en-US" b="0" i="0" baseline="0"/>
            <a:t>At a specific position</a:t>
          </a:r>
          <a:endParaRPr lang="en-US"/>
        </a:p>
      </dgm:t>
    </dgm:pt>
    <dgm:pt modelId="{994E6114-F93C-4CFA-A70F-E3A4020DB087}" type="parTrans" cxnId="{AF5F06B9-E0AC-4DF3-80D1-E75767D8812D}">
      <dgm:prSet/>
      <dgm:spPr/>
      <dgm:t>
        <a:bodyPr/>
        <a:lstStyle/>
        <a:p>
          <a:endParaRPr lang="en-US"/>
        </a:p>
      </dgm:t>
    </dgm:pt>
    <dgm:pt modelId="{B8EABAFE-99BB-437B-9077-B6CA3613C664}" type="sibTrans" cxnId="{AF5F06B9-E0AC-4DF3-80D1-E75767D8812D}">
      <dgm:prSet/>
      <dgm:spPr/>
      <dgm:t>
        <a:bodyPr/>
        <a:lstStyle/>
        <a:p>
          <a:endParaRPr lang="en-US"/>
        </a:p>
      </dgm:t>
    </dgm:pt>
    <dgm:pt modelId="{B79B5162-CDFF-4BC6-8E68-8687920CAE31}">
      <dgm:prSet/>
      <dgm:spPr/>
      <dgm:t>
        <a:bodyPr/>
        <a:lstStyle/>
        <a:p>
          <a:r>
            <a:rPr lang="en-US" b="0" i="0" baseline="0"/>
            <a:t>Before or after a particular node</a:t>
          </a:r>
          <a:endParaRPr lang="en-US"/>
        </a:p>
      </dgm:t>
    </dgm:pt>
    <dgm:pt modelId="{FF33035C-5FF7-4CC3-8458-E0008D2A85FA}" type="parTrans" cxnId="{9B5BE8F5-1DDD-4D1A-94B2-9742C4378BFB}">
      <dgm:prSet/>
      <dgm:spPr/>
      <dgm:t>
        <a:bodyPr/>
        <a:lstStyle/>
        <a:p>
          <a:endParaRPr lang="en-US"/>
        </a:p>
      </dgm:t>
    </dgm:pt>
    <dgm:pt modelId="{B0AD44C6-8887-4A7F-B19B-1E577DCA3725}" type="sibTrans" cxnId="{9B5BE8F5-1DDD-4D1A-94B2-9742C4378BFB}">
      <dgm:prSet/>
      <dgm:spPr/>
      <dgm:t>
        <a:bodyPr/>
        <a:lstStyle/>
        <a:p>
          <a:endParaRPr lang="en-US"/>
        </a:p>
      </dgm:t>
    </dgm:pt>
    <dgm:pt modelId="{A57622CD-8BD0-42C0-998D-3689639AA7B5}">
      <dgm:prSet/>
      <dgm:spPr/>
      <dgm:t>
        <a:bodyPr/>
        <a:lstStyle/>
        <a:p>
          <a:r>
            <a:rPr lang="en-US" b="0" i="0" baseline="0"/>
            <a:t>Insertion is mainly performed by creating a node and changing links.</a:t>
          </a:r>
          <a:endParaRPr lang="en-US"/>
        </a:p>
      </dgm:t>
    </dgm:pt>
    <dgm:pt modelId="{8B132E25-79A9-43F2-93A7-30A271CF5CCA}" type="parTrans" cxnId="{2B0723CA-A3C5-4FDA-BF37-0FC2704F9AA2}">
      <dgm:prSet/>
      <dgm:spPr/>
      <dgm:t>
        <a:bodyPr/>
        <a:lstStyle/>
        <a:p>
          <a:endParaRPr lang="en-US"/>
        </a:p>
      </dgm:t>
    </dgm:pt>
    <dgm:pt modelId="{991CA169-337B-4D1A-ABF0-C4F8FB94B7E2}" type="sibTrans" cxnId="{2B0723CA-A3C5-4FDA-BF37-0FC2704F9AA2}">
      <dgm:prSet/>
      <dgm:spPr/>
      <dgm:t>
        <a:bodyPr/>
        <a:lstStyle/>
        <a:p>
          <a:endParaRPr lang="en-US"/>
        </a:p>
      </dgm:t>
    </dgm:pt>
    <dgm:pt modelId="{8226ADE7-DF2F-4D23-9E9D-5C477A2D4CA4}" type="pres">
      <dgm:prSet presAssocID="{4CC994E9-BAE5-4D24-B675-083149138FD2}" presName="Name0" presStyleCnt="0">
        <dgm:presLayoutVars>
          <dgm:dir/>
          <dgm:animLvl val="lvl"/>
          <dgm:resizeHandles val="exact"/>
        </dgm:presLayoutVars>
      </dgm:prSet>
      <dgm:spPr/>
    </dgm:pt>
    <dgm:pt modelId="{C201851B-D903-40FD-828D-533E9F3C42D4}" type="pres">
      <dgm:prSet presAssocID="{A032656A-A993-46B6-8092-8E59EDFBE9EE}" presName="linNode" presStyleCnt="0"/>
      <dgm:spPr/>
    </dgm:pt>
    <dgm:pt modelId="{17AF09A8-8DE3-4EC5-960D-61882E0E6B31}" type="pres">
      <dgm:prSet presAssocID="{A032656A-A993-46B6-8092-8E59EDFBE9EE}" presName="parentText" presStyleLbl="node1" presStyleIdx="0" presStyleCnt="3">
        <dgm:presLayoutVars>
          <dgm:chMax val="1"/>
          <dgm:bulletEnabled val="1"/>
        </dgm:presLayoutVars>
      </dgm:prSet>
      <dgm:spPr/>
    </dgm:pt>
    <dgm:pt modelId="{2E2A3606-34A5-445C-A66A-8DA15A5222AB}" type="pres">
      <dgm:prSet presAssocID="{8B723B0C-0EF6-48C0-889F-3884305129FD}" presName="sp" presStyleCnt="0"/>
      <dgm:spPr/>
    </dgm:pt>
    <dgm:pt modelId="{24C8F035-71CF-41C9-8F33-3E275A4B810E}" type="pres">
      <dgm:prSet presAssocID="{C7E5ABBF-FBD8-4FAA-B5EE-4C8ADF9C8246}" presName="linNode" presStyleCnt="0"/>
      <dgm:spPr/>
    </dgm:pt>
    <dgm:pt modelId="{68D6120C-75DC-4DC0-B653-7309FFD68BBD}" type="pres">
      <dgm:prSet presAssocID="{C7E5ABBF-FBD8-4FAA-B5EE-4C8ADF9C8246}" presName="parentText" presStyleLbl="node1" presStyleIdx="1" presStyleCnt="3">
        <dgm:presLayoutVars>
          <dgm:chMax val="1"/>
          <dgm:bulletEnabled val="1"/>
        </dgm:presLayoutVars>
      </dgm:prSet>
      <dgm:spPr/>
    </dgm:pt>
    <dgm:pt modelId="{DE4B0976-DF84-4322-B1B8-5C8050258F2B}" type="pres">
      <dgm:prSet presAssocID="{C7E5ABBF-FBD8-4FAA-B5EE-4C8ADF9C8246}" presName="descendantText" presStyleLbl="alignAccFollowNode1" presStyleIdx="0" presStyleCnt="1">
        <dgm:presLayoutVars>
          <dgm:bulletEnabled val="1"/>
        </dgm:presLayoutVars>
      </dgm:prSet>
      <dgm:spPr/>
    </dgm:pt>
    <dgm:pt modelId="{584B1F04-EB1B-4BF9-818E-821F5472C71B}" type="pres">
      <dgm:prSet presAssocID="{13B68ED0-C519-4393-90ED-577E86273EA3}" presName="sp" presStyleCnt="0"/>
      <dgm:spPr/>
    </dgm:pt>
    <dgm:pt modelId="{D00F9093-3DA6-4494-B22B-66B9F1253382}" type="pres">
      <dgm:prSet presAssocID="{A57622CD-8BD0-42C0-998D-3689639AA7B5}" presName="linNode" presStyleCnt="0"/>
      <dgm:spPr/>
    </dgm:pt>
    <dgm:pt modelId="{F87431A6-4C4C-45F5-B824-D4B73B00D881}" type="pres">
      <dgm:prSet presAssocID="{A57622CD-8BD0-42C0-998D-3689639AA7B5}" presName="parentText" presStyleLbl="node1" presStyleIdx="2" presStyleCnt="3">
        <dgm:presLayoutVars>
          <dgm:chMax val="1"/>
          <dgm:bulletEnabled val="1"/>
        </dgm:presLayoutVars>
      </dgm:prSet>
      <dgm:spPr/>
    </dgm:pt>
  </dgm:ptLst>
  <dgm:cxnLst>
    <dgm:cxn modelId="{D392F402-440B-4968-A60A-82969E30E0A5}" type="presOf" srcId="{C7E5ABBF-FBD8-4FAA-B5EE-4C8ADF9C8246}" destId="{68D6120C-75DC-4DC0-B653-7309FFD68BBD}" srcOrd="0" destOrd="0" presId="urn:microsoft.com/office/officeart/2005/8/layout/vList5"/>
    <dgm:cxn modelId="{448BC716-6382-439C-A2BF-C8F8098FB1B8}" srcId="{C7E5ABBF-FBD8-4FAA-B5EE-4C8ADF9C8246}" destId="{45CC1E83-4C6B-4905-A2E6-1BB59D86EF37}" srcOrd="0" destOrd="0" parTransId="{7455E054-1EF2-49B1-BC1B-A0B788F32F21}" sibTransId="{CE736A63-1A66-4B77-96C4-6760A7EC0581}"/>
    <dgm:cxn modelId="{EE93D11E-4E47-4F9D-ABC2-54E1DF718F6D}" type="presOf" srcId="{A032656A-A993-46B6-8092-8E59EDFBE9EE}" destId="{17AF09A8-8DE3-4EC5-960D-61882E0E6B31}" srcOrd="0" destOrd="0" presId="urn:microsoft.com/office/officeart/2005/8/layout/vList5"/>
    <dgm:cxn modelId="{F40F2323-1FB6-4E8E-932D-5A5417D44A10}" type="presOf" srcId="{87913F28-2AFA-4AB8-992B-6F738C816040}" destId="{DE4B0976-DF84-4322-B1B8-5C8050258F2B}" srcOrd="0" destOrd="1" presId="urn:microsoft.com/office/officeart/2005/8/layout/vList5"/>
    <dgm:cxn modelId="{0FBCD127-8D0C-4202-91EA-230E33DC6BA8}" type="presOf" srcId="{B79B5162-CDFF-4BC6-8E68-8687920CAE31}" destId="{DE4B0976-DF84-4322-B1B8-5C8050258F2B}" srcOrd="0" destOrd="3" presId="urn:microsoft.com/office/officeart/2005/8/layout/vList5"/>
    <dgm:cxn modelId="{63B24972-F3A9-4A94-9E61-BAB813DCB7B8}" srcId="{4CC994E9-BAE5-4D24-B675-083149138FD2}" destId="{C7E5ABBF-FBD8-4FAA-B5EE-4C8ADF9C8246}" srcOrd="1" destOrd="0" parTransId="{4A1A5EC6-C88E-48F7-8EB9-3E54AF8586A0}" sibTransId="{13B68ED0-C519-4393-90ED-577E86273EA3}"/>
    <dgm:cxn modelId="{86DC2775-E5B2-4E45-B6CD-6BA0F2541DC9}" srcId="{4CC994E9-BAE5-4D24-B675-083149138FD2}" destId="{A032656A-A993-46B6-8092-8E59EDFBE9EE}" srcOrd="0" destOrd="0" parTransId="{464A6FCF-AE65-4258-9AD4-0699768E4752}" sibTransId="{8B723B0C-0EF6-48C0-889F-3884305129FD}"/>
    <dgm:cxn modelId="{5BB88C55-941E-4B68-BF3E-5CD834381EB3}" type="presOf" srcId="{A57622CD-8BD0-42C0-998D-3689639AA7B5}" destId="{F87431A6-4C4C-45F5-B824-D4B73B00D881}" srcOrd="0" destOrd="0" presId="urn:microsoft.com/office/officeart/2005/8/layout/vList5"/>
    <dgm:cxn modelId="{67877C57-A8BA-405E-B2BD-C83923844973}" type="presOf" srcId="{A4F9B29C-7EC0-48A0-8BEB-535FF630E574}" destId="{DE4B0976-DF84-4322-B1B8-5C8050258F2B}" srcOrd="0" destOrd="2" presId="urn:microsoft.com/office/officeart/2005/8/layout/vList5"/>
    <dgm:cxn modelId="{AF5F06B9-E0AC-4DF3-80D1-E75767D8812D}" srcId="{C7E5ABBF-FBD8-4FAA-B5EE-4C8ADF9C8246}" destId="{A4F9B29C-7EC0-48A0-8BEB-535FF630E574}" srcOrd="2" destOrd="0" parTransId="{994E6114-F93C-4CFA-A70F-E3A4020DB087}" sibTransId="{B8EABAFE-99BB-437B-9077-B6CA3613C664}"/>
    <dgm:cxn modelId="{2B0723CA-A3C5-4FDA-BF37-0FC2704F9AA2}" srcId="{4CC994E9-BAE5-4D24-B675-083149138FD2}" destId="{A57622CD-8BD0-42C0-998D-3689639AA7B5}" srcOrd="2" destOrd="0" parTransId="{8B132E25-79A9-43F2-93A7-30A271CF5CCA}" sibTransId="{991CA169-337B-4D1A-ABF0-C4F8FB94B7E2}"/>
    <dgm:cxn modelId="{EB62FBCB-DED0-4610-A794-9F7F3CC26857}" type="presOf" srcId="{45CC1E83-4C6B-4905-A2E6-1BB59D86EF37}" destId="{DE4B0976-DF84-4322-B1B8-5C8050258F2B}" srcOrd="0" destOrd="0" presId="urn:microsoft.com/office/officeart/2005/8/layout/vList5"/>
    <dgm:cxn modelId="{C56E29DC-BCFB-4C7F-BE8A-AB6DEBFA82B8}" type="presOf" srcId="{4CC994E9-BAE5-4D24-B675-083149138FD2}" destId="{8226ADE7-DF2F-4D23-9E9D-5C477A2D4CA4}" srcOrd="0" destOrd="0" presId="urn:microsoft.com/office/officeart/2005/8/layout/vList5"/>
    <dgm:cxn modelId="{C3EBE3E3-FB2C-489C-9E4F-C3BD6572A2E6}" srcId="{C7E5ABBF-FBD8-4FAA-B5EE-4C8ADF9C8246}" destId="{87913F28-2AFA-4AB8-992B-6F738C816040}" srcOrd="1" destOrd="0" parTransId="{4C822D78-4462-465B-BAE1-F148273DA902}" sibTransId="{2EC3A89B-B0C0-48B3-AFCB-5F5F7E2AB11A}"/>
    <dgm:cxn modelId="{9B5BE8F5-1DDD-4D1A-94B2-9742C4378BFB}" srcId="{C7E5ABBF-FBD8-4FAA-B5EE-4C8ADF9C8246}" destId="{B79B5162-CDFF-4BC6-8E68-8687920CAE31}" srcOrd="3" destOrd="0" parTransId="{FF33035C-5FF7-4CC3-8458-E0008D2A85FA}" sibTransId="{B0AD44C6-8887-4A7F-B19B-1E577DCA3725}"/>
    <dgm:cxn modelId="{FFDBCA8F-38C3-499C-B1B7-EBE13CCD6F12}" type="presParOf" srcId="{8226ADE7-DF2F-4D23-9E9D-5C477A2D4CA4}" destId="{C201851B-D903-40FD-828D-533E9F3C42D4}" srcOrd="0" destOrd="0" presId="urn:microsoft.com/office/officeart/2005/8/layout/vList5"/>
    <dgm:cxn modelId="{94A69523-F7DB-47FD-9ACA-B3C8BDB848C4}" type="presParOf" srcId="{C201851B-D903-40FD-828D-533E9F3C42D4}" destId="{17AF09A8-8DE3-4EC5-960D-61882E0E6B31}" srcOrd="0" destOrd="0" presId="urn:microsoft.com/office/officeart/2005/8/layout/vList5"/>
    <dgm:cxn modelId="{9CF3AEBA-13F9-4666-B5E1-D96DCD89A9C0}" type="presParOf" srcId="{8226ADE7-DF2F-4D23-9E9D-5C477A2D4CA4}" destId="{2E2A3606-34A5-445C-A66A-8DA15A5222AB}" srcOrd="1" destOrd="0" presId="urn:microsoft.com/office/officeart/2005/8/layout/vList5"/>
    <dgm:cxn modelId="{0139BE6E-8798-4932-B5BA-2DEFE05C147D}" type="presParOf" srcId="{8226ADE7-DF2F-4D23-9E9D-5C477A2D4CA4}" destId="{24C8F035-71CF-41C9-8F33-3E275A4B810E}" srcOrd="2" destOrd="0" presId="urn:microsoft.com/office/officeart/2005/8/layout/vList5"/>
    <dgm:cxn modelId="{C6438F32-0952-4785-BB95-EB40BD15663A}" type="presParOf" srcId="{24C8F035-71CF-41C9-8F33-3E275A4B810E}" destId="{68D6120C-75DC-4DC0-B653-7309FFD68BBD}" srcOrd="0" destOrd="0" presId="urn:microsoft.com/office/officeart/2005/8/layout/vList5"/>
    <dgm:cxn modelId="{BCC9FA78-0C8D-47AB-91CC-CFE925257B24}" type="presParOf" srcId="{24C8F035-71CF-41C9-8F33-3E275A4B810E}" destId="{DE4B0976-DF84-4322-B1B8-5C8050258F2B}" srcOrd="1" destOrd="0" presId="urn:microsoft.com/office/officeart/2005/8/layout/vList5"/>
    <dgm:cxn modelId="{256D9392-D3AE-4520-9A8D-134C3C27C86A}" type="presParOf" srcId="{8226ADE7-DF2F-4D23-9E9D-5C477A2D4CA4}" destId="{584B1F04-EB1B-4BF9-818E-821F5472C71B}" srcOrd="3" destOrd="0" presId="urn:microsoft.com/office/officeart/2005/8/layout/vList5"/>
    <dgm:cxn modelId="{055E52B7-BFFE-4C64-B5D0-C27979A9F30E}" type="presParOf" srcId="{8226ADE7-DF2F-4D23-9E9D-5C477A2D4CA4}" destId="{D00F9093-3DA6-4494-B22B-66B9F1253382}" srcOrd="4" destOrd="0" presId="urn:microsoft.com/office/officeart/2005/8/layout/vList5"/>
    <dgm:cxn modelId="{E7C6CB5E-7E2B-49E3-8A47-10A1AE6F0D17}" type="presParOf" srcId="{D00F9093-3DA6-4494-B22B-66B9F1253382}" destId="{F87431A6-4C4C-45F5-B824-D4B73B00D881}" srcOrd="0"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184C78-73F5-47FA-A96E-9A378A885887}" type="doc">
      <dgm:prSet loTypeId="urn:microsoft.com/office/officeart/2005/8/layout/hProcess9" loCatId="process" qsTypeId="urn:microsoft.com/office/officeart/2005/8/quickstyle/simple1" qsCatId="simple" csTypeId="urn:microsoft.com/office/officeart/2005/8/colors/accent0_3" csCatId="mainScheme"/>
      <dgm:spPr/>
      <dgm:t>
        <a:bodyPr/>
        <a:lstStyle/>
        <a:p>
          <a:endParaRPr lang="en-US"/>
        </a:p>
      </dgm:t>
    </dgm:pt>
    <dgm:pt modelId="{002EE2CD-6AAF-4FF5-97D2-9F22E31E8C3B}">
      <dgm:prSet/>
      <dgm:spPr/>
      <dgm:t>
        <a:bodyPr/>
        <a:lstStyle/>
        <a:p>
          <a:r>
            <a:rPr lang="en-US"/>
            <a:t>Deletion means removing a node from a linked list.</a:t>
          </a:r>
        </a:p>
      </dgm:t>
    </dgm:pt>
    <dgm:pt modelId="{A38FDF13-68BD-4139-805B-F818ED31A207}" type="parTrans" cxnId="{57206316-B4AC-4B4C-B38F-175DEC2C2A2F}">
      <dgm:prSet/>
      <dgm:spPr/>
      <dgm:t>
        <a:bodyPr/>
        <a:lstStyle/>
        <a:p>
          <a:endParaRPr lang="en-US"/>
        </a:p>
      </dgm:t>
    </dgm:pt>
    <dgm:pt modelId="{A409C0B3-35B7-4FA0-AAAF-A813CB584585}" type="sibTrans" cxnId="{57206316-B4AC-4B4C-B38F-175DEC2C2A2F}">
      <dgm:prSet/>
      <dgm:spPr/>
      <dgm:t>
        <a:bodyPr/>
        <a:lstStyle/>
        <a:p>
          <a:endParaRPr lang="en-US"/>
        </a:p>
      </dgm:t>
    </dgm:pt>
    <dgm:pt modelId="{A284C2E9-836B-449D-8311-35C60B8F60D8}">
      <dgm:prSet/>
      <dgm:spPr/>
      <dgm:t>
        <a:bodyPr/>
        <a:lstStyle/>
        <a:p>
          <a:r>
            <a:rPr lang="en-US"/>
            <a:t>Common forms:</a:t>
          </a:r>
        </a:p>
      </dgm:t>
    </dgm:pt>
    <dgm:pt modelId="{B0859306-9C5C-4456-92D0-63B18C1CFFC3}" type="parTrans" cxnId="{2FF40EA7-F3AF-40C5-9FBA-62D9CF382B0E}">
      <dgm:prSet/>
      <dgm:spPr/>
      <dgm:t>
        <a:bodyPr/>
        <a:lstStyle/>
        <a:p>
          <a:endParaRPr lang="en-US"/>
        </a:p>
      </dgm:t>
    </dgm:pt>
    <dgm:pt modelId="{04E83953-015C-4908-B722-6D86E98C65DF}" type="sibTrans" cxnId="{2FF40EA7-F3AF-40C5-9FBA-62D9CF382B0E}">
      <dgm:prSet/>
      <dgm:spPr/>
      <dgm:t>
        <a:bodyPr/>
        <a:lstStyle/>
        <a:p>
          <a:endParaRPr lang="en-US"/>
        </a:p>
      </dgm:t>
    </dgm:pt>
    <dgm:pt modelId="{C0A35F78-D7FF-40C7-8F6F-2C6034919A10}">
      <dgm:prSet/>
      <dgm:spPr/>
      <dgm:t>
        <a:bodyPr/>
        <a:lstStyle/>
        <a:p>
          <a:r>
            <a:rPr lang="en-US"/>
            <a:t>Delete the first node</a:t>
          </a:r>
        </a:p>
      </dgm:t>
    </dgm:pt>
    <dgm:pt modelId="{586739B7-A1E1-4E3E-83C1-FC9F2CD02CE9}" type="parTrans" cxnId="{C1BA6CF3-4A53-48A5-AEE6-AE9B081652BA}">
      <dgm:prSet/>
      <dgm:spPr/>
      <dgm:t>
        <a:bodyPr/>
        <a:lstStyle/>
        <a:p>
          <a:endParaRPr lang="en-US"/>
        </a:p>
      </dgm:t>
    </dgm:pt>
    <dgm:pt modelId="{01038070-D345-492D-9DA3-9ADA4368950A}" type="sibTrans" cxnId="{C1BA6CF3-4A53-48A5-AEE6-AE9B081652BA}">
      <dgm:prSet/>
      <dgm:spPr/>
      <dgm:t>
        <a:bodyPr/>
        <a:lstStyle/>
        <a:p>
          <a:endParaRPr lang="en-US"/>
        </a:p>
      </dgm:t>
    </dgm:pt>
    <dgm:pt modelId="{BF9551E5-4CEF-4A82-AF66-02184C98F893}">
      <dgm:prSet/>
      <dgm:spPr/>
      <dgm:t>
        <a:bodyPr/>
        <a:lstStyle/>
        <a:p>
          <a:r>
            <a:rPr lang="en-US"/>
            <a:t>Delete the last node</a:t>
          </a:r>
        </a:p>
      </dgm:t>
    </dgm:pt>
    <dgm:pt modelId="{52C29C0A-C1DE-4E68-8978-94349461D119}" type="parTrans" cxnId="{D5E542B2-C696-42B0-85F1-7FA1F525BC95}">
      <dgm:prSet/>
      <dgm:spPr/>
      <dgm:t>
        <a:bodyPr/>
        <a:lstStyle/>
        <a:p>
          <a:endParaRPr lang="en-US"/>
        </a:p>
      </dgm:t>
    </dgm:pt>
    <dgm:pt modelId="{F827DE9B-2AEF-485A-B7A2-1C906FE9DCE3}" type="sibTrans" cxnId="{D5E542B2-C696-42B0-85F1-7FA1F525BC95}">
      <dgm:prSet/>
      <dgm:spPr/>
      <dgm:t>
        <a:bodyPr/>
        <a:lstStyle/>
        <a:p>
          <a:endParaRPr lang="en-US"/>
        </a:p>
      </dgm:t>
    </dgm:pt>
    <dgm:pt modelId="{F44930D6-73AF-4EBA-B2CA-EACDB903ED70}">
      <dgm:prSet/>
      <dgm:spPr/>
      <dgm:t>
        <a:bodyPr/>
        <a:lstStyle/>
        <a:p>
          <a:r>
            <a:rPr lang="en-US"/>
            <a:t>Delete a node at a specific position</a:t>
          </a:r>
        </a:p>
      </dgm:t>
    </dgm:pt>
    <dgm:pt modelId="{7B29732B-3510-455E-A001-9A12C467EDFC}" type="parTrans" cxnId="{EA4A788B-044C-4783-984B-B898F3828A86}">
      <dgm:prSet/>
      <dgm:spPr/>
      <dgm:t>
        <a:bodyPr/>
        <a:lstStyle/>
        <a:p>
          <a:endParaRPr lang="en-US"/>
        </a:p>
      </dgm:t>
    </dgm:pt>
    <dgm:pt modelId="{C6BEED2D-9E77-43DD-8CB5-5C8FD7414296}" type="sibTrans" cxnId="{EA4A788B-044C-4783-984B-B898F3828A86}">
      <dgm:prSet/>
      <dgm:spPr/>
      <dgm:t>
        <a:bodyPr/>
        <a:lstStyle/>
        <a:p>
          <a:endParaRPr lang="en-US"/>
        </a:p>
      </dgm:t>
    </dgm:pt>
    <dgm:pt modelId="{8C5326C4-62D6-4605-8860-66520D8BC9C0}">
      <dgm:prSet/>
      <dgm:spPr/>
      <dgm:t>
        <a:bodyPr/>
        <a:lstStyle/>
        <a:p>
          <a:r>
            <a:rPr lang="en-US"/>
            <a:t>Delete a particular node</a:t>
          </a:r>
        </a:p>
      </dgm:t>
    </dgm:pt>
    <dgm:pt modelId="{026B88D1-BC84-4224-95A6-57CB8C910186}" type="parTrans" cxnId="{E82C0DE7-A014-41B1-BF0E-1FB9BFED69A7}">
      <dgm:prSet/>
      <dgm:spPr/>
      <dgm:t>
        <a:bodyPr/>
        <a:lstStyle/>
        <a:p>
          <a:endParaRPr lang="en-US"/>
        </a:p>
      </dgm:t>
    </dgm:pt>
    <dgm:pt modelId="{F60B3494-0791-4E1C-AFE5-DB1460ADE67E}" type="sibTrans" cxnId="{E82C0DE7-A014-41B1-BF0E-1FB9BFED69A7}">
      <dgm:prSet/>
      <dgm:spPr/>
      <dgm:t>
        <a:bodyPr/>
        <a:lstStyle/>
        <a:p>
          <a:endParaRPr lang="en-US"/>
        </a:p>
      </dgm:t>
    </dgm:pt>
    <dgm:pt modelId="{AC957725-99F6-4541-800F-1B43268DC4E2}">
      <dgm:prSet/>
      <dgm:spPr/>
      <dgm:t>
        <a:bodyPr/>
        <a:lstStyle/>
        <a:p>
          <a:r>
            <a:rPr lang="en-US"/>
            <a:t>After deletion, the remaining nodes must remain correctly connected.</a:t>
          </a:r>
        </a:p>
      </dgm:t>
    </dgm:pt>
    <dgm:pt modelId="{2256FB2C-FC8D-4C35-A600-FBACDD8DB437}" type="parTrans" cxnId="{6006947B-62E4-4AA8-BBAF-334443AF4249}">
      <dgm:prSet/>
      <dgm:spPr/>
      <dgm:t>
        <a:bodyPr/>
        <a:lstStyle/>
        <a:p>
          <a:endParaRPr lang="en-US"/>
        </a:p>
      </dgm:t>
    </dgm:pt>
    <dgm:pt modelId="{1307D34D-8280-4404-96F8-70736DFD9DF6}" type="sibTrans" cxnId="{6006947B-62E4-4AA8-BBAF-334443AF4249}">
      <dgm:prSet/>
      <dgm:spPr/>
      <dgm:t>
        <a:bodyPr/>
        <a:lstStyle/>
        <a:p>
          <a:endParaRPr lang="en-US"/>
        </a:p>
      </dgm:t>
    </dgm:pt>
    <dgm:pt modelId="{CE219FEB-5FE8-40DE-87BB-E152139254D7}">
      <dgm:prSet/>
      <dgm:spPr/>
      <dgm:t>
        <a:bodyPr/>
        <a:lstStyle/>
        <a:p>
          <a:r>
            <a:rPr lang="en-US"/>
            <a:t>In C++, dynamically allocated nodes should be released appropriately.</a:t>
          </a:r>
        </a:p>
      </dgm:t>
    </dgm:pt>
    <dgm:pt modelId="{D5A0FC2E-97A4-4957-9F57-3EF971306CBB}" type="parTrans" cxnId="{9998012E-E364-4505-BAE9-54DD6A01154C}">
      <dgm:prSet/>
      <dgm:spPr/>
      <dgm:t>
        <a:bodyPr/>
        <a:lstStyle/>
        <a:p>
          <a:endParaRPr lang="en-US"/>
        </a:p>
      </dgm:t>
    </dgm:pt>
    <dgm:pt modelId="{8301A3C2-A9F4-41E5-8CC0-E0E071526A37}" type="sibTrans" cxnId="{9998012E-E364-4505-BAE9-54DD6A01154C}">
      <dgm:prSet/>
      <dgm:spPr/>
      <dgm:t>
        <a:bodyPr/>
        <a:lstStyle/>
        <a:p>
          <a:endParaRPr lang="en-US"/>
        </a:p>
      </dgm:t>
    </dgm:pt>
    <dgm:pt modelId="{CD07EC8C-CBBE-4269-A1EC-97104B5FC9BE}" type="pres">
      <dgm:prSet presAssocID="{77184C78-73F5-47FA-A96E-9A378A885887}" presName="CompostProcess" presStyleCnt="0">
        <dgm:presLayoutVars>
          <dgm:dir/>
          <dgm:resizeHandles val="exact"/>
        </dgm:presLayoutVars>
      </dgm:prSet>
      <dgm:spPr/>
    </dgm:pt>
    <dgm:pt modelId="{56B90AAE-06BA-4E74-AECB-56AAD52AA0B4}" type="pres">
      <dgm:prSet presAssocID="{77184C78-73F5-47FA-A96E-9A378A885887}" presName="arrow" presStyleLbl="bgShp" presStyleIdx="0" presStyleCnt="1"/>
      <dgm:spPr/>
    </dgm:pt>
    <dgm:pt modelId="{DD7093DB-89D8-4AB4-93FA-4E66838C861D}" type="pres">
      <dgm:prSet presAssocID="{77184C78-73F5-47FA-A96E-9A378A885887}" presName="linearProcess" presStyleCnt="0"/>
      <dgm:spPr/>
    </dgm:pt>
    <dgm:pt modelId="{E4DB03AC-49F3-42AC-B2E3-5727BF6A797C}" type="pres">
      <dgm:prSet presAssocID="{002EE2CD-6AAF-4FF5-97D2-9F22E31E8C3B}" presName="textNode" presStyleLbl="node1" presStyleIdx="0" presStyleCnt="4">
        <dgm:presLayoutVars>
          <dgm:bulletEnabled val="1"/>
        </dgm:presLayoutVars>
      </dgm:prSet>
      <dgm:spPr/>
    </dgm:pt>
    <dgm:pt modelId="{BABF918B-DEE2-49E0-B85C-61564B9B0591}" type="pres">
      <dgm:prSet presAssocID="{A409C0B3-35B7-4FA0-AAAF-A813CB584585}" presName="sibTrans" presStyleCnt="0"/>
      <dgm:spPr/>
    </dgm:pt>
    <dgm:pt modelId="{E0898F83-936B-44F3-BD08-6CF06EC14A6B}" type="pres">
      <dgm:prSet presAssocID="{A284C2E9-836B-449D-8311-35C60B8F60D8}" presName="textNode" presStyleLbl="node1" presStyleIdx="1" presStyleCnt="4">
        <dgm:presLayoutVars>
          <dgm:bulletEnabled val="1"/>
        </dgm:presLayoutVars>
      </dgm:prSet>
      <dgm:spPr/>
    </dgm:pt>
    <dgm:pt modelId="{88DEA6FF-45E3-4485-A48C-554A79692220}" type="pres">
      <dgm:prSet presAssocID="{04E83953-015C-4908-B722-6D86E98C65DF}" presName="sibTrans" presStyleCnt="0"/>
      <dgm:spPr/>
    </dgm:pt>
    <dgm:pt modelId="{D92F8AA0-657F-4416-8789-C136FB24B4B9}" type="pres">
      <dgm:prSet presAssocID="{AC957725-99F6-4541-800F-1B43268DC4E2}" presName="textNode" presStyleLbl="node1" presStyleIdx="2" presStyleCnt="4">
        <dgm:presLayoutVars>
          <dgm:bulletEnabled val="1"/>
        </dgm:presLayoutVars>
      </dgm:prSet>
      <dgm:spPr/>
    </dgm:pt>
    <dgm:pt modelId="{BB368453-A9F5-4238-BD73-AB8C2751B6A7}" type="pres">
      <dgm:prSet presAssocID="{1307D34D-8280-4404-96F8-70736DFD9DF6}" presName="sibTrans" presStyleCnt="0"/>
      <dgm:spPr/>
    </dgm:pt>
    <dgm:pt modelId="{6BDAB84B-3E5F-4A04-A59F-7D75FE0249CF}" type="pres">
      <dgm:prSet presAssocID="{CE219FEB-5FE8-40DE-87BB-E152139254D7}" presName="textNode" presStyleLbl="node1" presStyleIdx="3" presStyleCnt="4">
        <dgm:presLayoutVars>
          <dgm:bulletEnabled val="1"/>
        </dgm:presLayoutVars>
      </dgm:prSet>
      <dgm:spPr/>
    </dgm:pt>
  </dgm:ptLst>
  <dgm:cxnLst>
    <dgm:cxn modelId="{8D260416-FDE0-4C3A-9D21-EAB304FBC716}" type="presOf" srcId="{8C5326C4-62D6-4605-8860-66520D8BC9C0}" destId="{E0898F83-936B-44F3-BD08-6CF06EC14A6B}" srcOrd="0" destOrd="4" presId="urn:microsoft.com/office/officeart/2005/8/layout/hProcess9"/>
    <dgm:cxn modelId="{57206316-B4AC-4B4C-B38F-175DEC2C2A2F}" srcId="{77184C78-73F5-47FA-A96E-9A378A885887}" destId="{002EE2CD-6AAF-4FF5-97D2-9F22E31E8C3B}" srcOrd="0" destOrd="0" parTransId="{A38FDF13-68BD-4139-805B-F818ED31A207}" sibTransId="{A409C0B3-35B7-4FA0-AAAF-A813CB584585}"/>
    <dgm:cxn modelId="{A3987019-E9C9-43C8-A00A-F0299213CA10}" type="presOf" srcId="{77184C78-73F5-47FA-A96E-9A378A885887}" destId="{CD07EC8C-CBBE-4269-A1EC-97104B5FC9BE}" srcOrd="0" destOrd="0" presId="urn:microsoft.com/office/officeart/2005/8/layout/hProcess9"/>
    <dgm:cxn modelId="{4A9F7F2B-AC20-4254-AF59-4021FC1107FE}" type="presOf" srcId="{002EE2CD-6AAF-4FF5-97D2-9F22E31E8C3B}" destId="{E4DB03AC-49F3-42AC-B2E3-5727BF6A797C}" srcOrd="0" destOrd="0" presId="urn:microsoft.com/office/officeart/2005/8/layout/hProcess9"/>
    <dgm:cxn modelId="{9998012E-E364-4505-BAE9-54DD6A01154C}" srcId="{77184C78-73F5-47FA-A96E-9A378A885887}" destId="{CE219FEB-5FE8-40DE-87BB-E152139254D7}" srcOrd="3" destOrd="0" parTransId="{D5A0FC2E-97A4-4957-9F57-3EF971306CBB}" sibTransId="{8301A3C2-A9F4-41E5-8CC0-E0E071526A37}"/>
    <dgm:cxn modelId="{6709CE65-8669-4CE9-8180-674255CC2421}" type="presOf" srcId="{F44930D6-73AF-4EBA-B2CA-EACDB903ED70}" destId="{E0898F83-936B-44F3-BD08-6CF06EC14A6B}" srcOrd="0" destOrd="3" presId="urn:microsoft.com/office/officeart/2005/8/layout/hProcess9"/>
    <dgm:cxn modelId="{29F3C974-9C15-4B8F-9223-1F7B39DB80E3}" type="presOf" srcId="{BF9551E5-4CEF-4A82-AF66-02184C98F893}" destId="{E0898F83-936B-44F3-BD08-6CF06EC14A6B}" srcOrd="0" destOrd="2" presId="urn:microsoft.com/office/officeart/2005/8/layout/hProcess9"/>
    <dgm:cxn modelId="{6006947B-62E4-4AA8-BBAF-334443AF4249}" srcId="{77184C78-73F5-47FA-A96E-9A378A885887}" destId="{AC957725-99F6-4541-800F-1B43268DC4E2}" srcOrd="2" destOrd="0" parTransId="{2256FB2C-FC8D-4C35-A600-FBACDD8DB437}" sibTransId="{1307D34D-8280-4404-96F8-70736DFD9DF6}"/>
    <dgm:cxn modelId="{9A3CF084-CA74-4505-AD84-BC65A0D34C90}" type="presOf" srcId="{C0A35F78-D7FF-40C7-8F6F-2C6034919A10}" destId="{E0898F83-936B-44F3-BD08-6CF06EC14A6B}" srcOrd="0" destOrd="1" presId="urn:microsoft.com/office/officeart/2005/8/layout/hProcess9"/>
    <dgm:cxn modelId="{EA4A788B-044C-4783-984B-B898F3828A86}" srcId="{A284C2E9-836B-449D-8311-35C60B8F60D8}" destId="{F44930D6-73AF-4EBA-B2CA-EACDB903ED70}" srcOrd="2" destOrd="0" parTransId="{7B29732B-3510-455E-A001-9A12C467EDFC}" sibTransId="{C6BEED2D-9E77-43DD-8CB5-5C8FD7414296}"/>
    <dgm:cxn modelId="{6FFE228E-935B-48D1-B6AF-0EE6CD4965C9}" type="presOf" srcId="{AC957725-99F6-4541-800F-1B43268DC4E2}" destId="{D92F8AA0-657F-4416-8789-C136FB24B4B9}" srcOrd="0" destOrd="0" presId="urn:microsoft.com/office/officeart/2005/8/layout/hProcess9"/>
    <dgm:cxn modelId="{FE294498-39BE-4C38-A78B-CEE1D3C72976}" type="presOf" srcId="{CE219FEB-5FE8-40DE-87BB-E152139254D7}" destId="{6BDAB84B-3E5F-4A04-A59F-7D75FE0249CF}" srcOrd="0" destOrd="0" presId="urn:microsoft.com/office/officeart/2005/8/layout/hProcess9"/>
    <dgm:cxn modelId="{2FF40EA7-F3AF-40C5-9FBA-62D9CF382B0E}" srcId="{77184C78-73F5-47FA-A96E-9A378A885887}" destId="{A284C2E9-836B-449D-8311-35C60B8F60D8}" srcOrd="1" destOrd="0" parTransId="{B0859306-9C5C-4456-92D0-63B18C1CFFC3}" sibTransId="{04E83953-015C-4908-B722-6D86E98C65DF}"/>
    <dgm:cxn modelId="{D5E542B2-C696-42B0-85F1-7FA1F525BC95}" srcId="{A284C2E9-836B-449D-8311-35C60B8F60D8}" destId="{BF9551E5-4CEF-4A82-AF66-02184C98F893}" srcOrd="1" destOrd="0" parTransId="{52C29C0A-C1DE-4E68-8978-94349461D119}" sibTransId="{F827DE9B-2AEF-485A-B7A2-1C906FE9DCE3}"/>
    <dgm:cxn modelId="{E82C0DE7-A014-41B1-BF0E-1FB9BFED69A7}" srcId="{A284C2E9-836B-449D-8311-35C60B8F60D8}" destId="{8C5326C4-62D6-4605-8860-66520D8BC9C0}" srcOrd="3" destOrd="0" parTransId="{026B88D1-BC84-4224-95A6-57CB8C910186}" sibTransId="{F60B3494-0791-4E1C-AFE5-DB1460ADE67E}"/>
    <dgm:cxn modelId="{6F28C0F1-89CA-46C4-B8D9-C786571994F9}" type="presOf" srcId="{A284C2E9-836B-449D-8311-35C60B8F60D8}" destId="{E0898F83-936B-44F3-BD08-6CF06EC14A6B}" srcOrd="0" destOrd="0" presId="urn:microsoft.com/office/officeart/2005/8/layout/hProcess9"/>
    <dgm:cxn modelId="{C1BA6CF3-4A53-48A5-AEE6-AE9B081652BA}" srcId="{A284C2E9-836B-449D-8311-35C60B8F60D8}" destId="{C0A35F78-D7FF-40C7-8F6F-2C6034919A10}" srcOrd="0" destOrd="0" parTransId="{586739B7-A1E1-4E3E-83C1-FC9F2CD02CE9}" sibTransId="{01038070-D345-492D-9DA3-9ADA4368950A}"/>
    <dgm:cxn modelId="{797D2BF7-ECB9-4AB4-9563-0ED4CA5392CB}" type="presParOf" srcId="{CD07EC8C-CBBE-4269-A1EC-97104B5FC9BE}" destId="{56B90AAE-06BA-4E74-AECB-56AAD52AA0B4}" srcOrd="0" destOrd="0" presId="urn:microsoft.com/office/officeart/2005/8/layout/hProcess9"/>
    <dgm:cxn modelId="{A73ECAA4-C12B-4D48-BBEA-93043CEF6A98}" type="presParOf" srcId="{CD07EC8C-CBBE-4269-A1EC-97104B5FC9BE}" destId="{DD7093DB-89D8-4AB4-93FA-4E66838C861D}" srcOrd="1" destOrd="0" presId="urn:microsoft.com/office/officeart/2005/8/layout/hProcess9"/>
    <dgm:cxn modelId="{CA991E18-E339-4E6B-BAE5-CC8CE8B2CB12}" type="presParOf" srcId="{DD7093DB-89D8-4AB4-93FA-4E66838C861D}" destId="{E4DB03AC-49F3-42AC-B2E3-5727BF6A797C}" srcOrd="0" destOrd="0" presId="urn:microsoft.com/office/officeart/2005/8/layout/hProcess9"/>
    <dgm:cxn modelId="{9217CBB6-E3D8-4C9F-9F0F-D92468D2613D}" type="presParOf" srcId="{DD7093DB-89D8-4AB4-93FA-4E66838C861D}" destId="{BABF918B-DEE2-49E0-B85C-61564B9B0591}" srcOrd="1" destOrd="0" presId="urn:microsoft.com/office/officeart/2005/8/layout/hProcess9"/>
    <dgm:cxn modelId="{93277AFB-E285-492D-8E9B-BA4D9761F565}" type="presParOf" srcId="{DD7093DB-89D8-4AB4-93FA-4E66838C861D}" destId="{E0898F83-936B-44F3-BD08-6CF06EC14A6B}" srcOrd="2" destOrd="0" presId="urn:microsoft.com/office/officeart/2005/8/layout/hProcess9"/>
    <dgm:cxn modelId="{C5FA322B-0CED-47A3-A6A2-1346E919AB22}" type="presParOf" srcId="{DD7093DB-89D8-4AB4-93FA-4E66838C861D}" destId="{88DEA6FF-45E3-4485-A48C-554A79692220}" srcOrd="3" destOrd="0" presId="urn:microsoft.com/office/officeart/2005/8/layout/hProcess9"/>
    <dgm:cxn modelId="{8125695B-DB40-4B54-9E2F-8DE5F046ACB0}" type="presParOf" srcId="{DD7093DB-89D8-4AB4-93FA-4E66838C861D}" destId="{D92F8AA0-657F-4416-8789-C136FB24B4B9}" srcOrd="4" destOrd="0" presId="urn:microsoft.com/office/officeart/2005/8/layout/hProcess9"/>
    <dgm:cxn modelId="{0483D323-1938-41CF-9464-A2C0AE91F077}" type="presParOf" srcId="{DD7093DB-89D8-4AB4-93FA-4E66838C861D}" destId="{BB368453-A9F5-4238-BD73-AB8C2751B6A7}" srcOrd="5" destOrd="0" presId="urn:microsoft.com/office/officeart/2005/8/layout/hProcess9"/>
    <dgm:cxn modelId="{D1A4636C-4B02-46ED-A975-148B2D4963D5}" type="presParOf" srcId="{DD7093DB-89D8-4AB4-93FA-4E66838C861D}" destId="{6BDAB84B-3E5F-4A04-A59F-7D75FE0249CF}" srcOrd="6" destOrd="0" presId="urn:microsoft.com/office/officeart/2005/8/layout/hProcess9"/>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7127D1-30CC-4C44-85DF-AC728AFA1710}" type="doc">
      <dgm:prSet loTypeId="urn:microsoft.com/office/officeart/2005/8/layout/process1" loCatId="process" qsTypeId="urn:microsoft.com/office/officeart/2005/8/quickstyle/simple4" qsCatId="simple" csTypeId="urn:microsoft.com/office/officeart/2005/8/colors/colorful5" csCatId="colorful" phldr="1"/>
      <dgm:spPr/>
      <dgm:t>
        <a:bodyPr/>
        <a:lstStyle/>
        <a:p>
          <a:endParaRPr lang="en-US"/>
        </a:p>
      </dgm:t>
    </dgm:pt>
    <dgm:pt modelId="{35A13F9B-E377-41C5-9E42-101BD581055D}">
      <dgm:prSet/>
      <dgm:spPr>
        <a:solidFill>
          <a:srgbClr val="0070C0"/>
        </a:solidFill>
      </dgm:spPr>
      <dgm:t>
        <a:bodyPr/>
        <a:lstStyle/>
        <a:p>
          <a:r>
            <a:rPr lang="en-ZA" dirty="0"/>
            <a:t>Linked lists are dynamic data structures made up of interconnected nodes, where each node stores data and a pointer or reference to another node. This presentation covered the structure and types of linked lists, including singly, doubly, and circular linked lists, as well as the importance of traversal when accessing or searching for nodes. It also examined </a:t>
          </a:r>
          <a:r>
            <a:rPr lang="en-ZA" b="1" dirty="0"/>
            <a:t>insertion and deletion</a:t>
          </a:r>
          <a:r>
            <a:rPr lang="en-ZA" dirty="0"/>
            <a:t>, including operations at the beginning, end, and middle of a list, which are performed by adjusting links rather than shifting elements.</a:t>
          </a:r>
          <a:endParaRPr lang="en-US" dirty="0"/>
        </a:p>
      </dgm:t>
    </dgm:pt>
    <dgm:pt modelId="{27B65ED9-2891-4792-B568-809FA08A26A7}" type="parTrans" cxnId="{16282341-7362-40D0-BC7D-0A827DC305D9}">
      <dgm:prSet/>
      <dgm:spPr/>
      <dgm:t>
        <a:bodyPr/>
        <a:lstStyle/>
        <a:p>
          <a:endParaRPr lang="en-US"/>
        </a:p>
      </dgm:t>
    </dgm:pt>
    <dgm:pt modelId="{C5E073B1-9173-4ECA-9BCB-1F7C0FA8AF3E}" type="sibTrans" cxnId="{16282341-7362-40D0-BC7D-0A827DC305D9}">
      <dgm:prSet/>
      <dgm:spPr>
        <a:solidFill>
          <a:srgbClr val="C00000"/>
        </a:solidFill>
      </dgm:spPr>
      <dgm:t>
        <a:bodyPr/>
        <a:lstStyle/>
        <a:p>
          <a:endParaRPr lang="en-US"/>
        </a:p>
      </dgm:t>
    </dgm:pt>
    <dgm:pt modelId="{AF958F24-499C-4EA7-9890-18CD225D438C}">
      <dgm:prSet/>
      <dgm:spPr>
        <a:solidFill>
          <a:srgbClr val="C00000"/>
        </a:solidFill>
      </dgm:spPr>
      <dgm:t>
        <a:bodyPr/>
        <a:lstStyle/>
        <a:p>
          <a:r>
            <a:rPr lang="en-ZA"/>
            <a:t>The presentation also highlighted the importance of </a:t>
          </a:r>
          <a:r>
            <a:rPr lang="en-ZA" b="1"/>
            <a:t>pointer management</a:t>
          </a:r>
          <a:r>
            <a:rPr lang="en-ZA"/>
            <a:t>, as incorrect manipulation can result in lost nodes, invalid memory access, or broken lists. Although linked lists provide efficient O(1) insertion and deletion when the required node or position is already known, finding a position may require </a:t>
          </a:r>
          <a:r>
            <a:rPr lang="en-ZA" b="1"/>
            <a:t>O(n)</a:t>
          </a:r>
          <a:r>
            <a:rPr lang="en-ZA"/>
            <a:t> traversal. They also require additional memory for pointers and do not provide direct access to elements like arrays.</a:t>
          </a:r>
          <a:endParaRPr lang="en-US"/>
        </a:p>
      </dgm:t>
    </dgm:pt>
    <dgm:pt modelId="{37547018-B076-4ED9-918C-F8E7F8B42712}" type="parTrans" cxnId="{F6FB6442-6F19-421C-BCED-225A070B9186}">
      <dgm:prSet/>
      <dgm:spPr/>
      <dgm:t>
        <a:bodyPr/>
        <a:lstStyle/>
        <a:p>
          <a:endParaRPr lang="en-US"/>
        </a:p>
      </dgm:t>
    </dgm:pt>
    <dgm:pt modelId="{EFA512EC-82DE-4139-BA77-5D95EDA04AF6}" type="sibTrans" cxnId="{F6FB6442-6F19-421C-BCED-225A070B9186}">
      <dgm:prSet/>
      <dgm:spPr>
        <a:solidFill>
          <a:schemeClr val="accent4">
            <a:lumMod val="75000"/>
          </a:schemeClr>
        </a:solidFill>
      </dgm:spPr>
      <dgm:t>
        <a:bodyPr/>
        <a:lstStyle/>
        <a:p>
          <a:endParaRPr lang="en-US"/>
        </a:p>
      </dgm:t>
    </dgm:pt>
    <dgm:pt modelId="{92FB7B9F-1C3E-41D9-89B8-289F32DF396B}">
      <dgm:prSet/>
      <dgm:spPr>
        <a:solidFill>
          <a:schemeClr val="accent4">
            <a:lumMod val="75000"/>
          </a:schemeClr>
        </a:solidFill>
      </dgm:spPr>
      <dgm:t>
        <a:bodyPr/>
        <a:lstStyle/>
        <a:p>
          <a:r>
            <a:rPr lang="en-ZA" dirty="0"/>
            <a:t>Overall, understanding nodes, links, traversal, insertion, deletion, and pointer manipulation allows programmers to use linked lists effectively and determine when they are an appropriate data structure for applications that require dynamic data and frequent insertion and deletion.</a:t>
          </a:r>
          <a:endParaRPr lang="en-US" dirty="0"/>
        </a:p>
      </dgm:t>
    </dgm:pt>
    <dgm:pt modelId="{0BCAC932-DDC1-4779-B51F-5C7343B1E3B1}" type="parTrans" cxnId="{632E96EF-020C-4879-AB5D-1386884D29C5}">
      <dgm:prSet/>
      <dgm:spPr/>
      <dgm:t>
        <a:bodyPr/>
        <a:lstStyle/>
        <a:p>
          <a:endParaRPr lang="en-US"/>
        </a:p>
      </dgm:t>
    </dgm:pt>
    <dgm:pt modelId="{CACFC38F-5EE8-4196-B639-0EC6275DECD9}" type="sibTrans" cxnId="{632E96EF-020C-4879-AB5D-1386884D29C5}">
      <dgm:prSet/>
      <dgm:spPr/>
      <dgm:t>
        <a:bodyPr/>
        <a:lstStyle/>
        <a:p>
          <a:endParaRPr lang="en-US"/>
        </a:p>
      </dgm:t>
    </dgm:pt>
    <dgm:pt modelId="{9D634246-4622-4FD3-B5E8-B1C15D2AAD42}" type="pres">
      <dgm:prSet presAssocID="{F77127D1-30CC-4C44-85DF-AC728AFA1710}" presName="Name0" presStyleCnt="0">
        <dgm:presLayoutVars>
          <dgm:dir/>
          <dgm:resizeHandles val="exact"/>
        </dgm:presLayoutVars>
      </dgm:prSet>
      <dgm:spPr/>
    </dgm:pt>
    <dgm:pt modelId="{E3D4CC40-79D4-4512-8843-CD3E36200384}" type="pres">
      <dgm:prSet presAssocID="{35A13F9B-E377-41C5-9E42-101BD581055D}" presName="node" presStyleLbl="node1" presStyleIdx="0" presStyleCnt="3">
        <dgm:presLayoutVars>
          <dgm:bulletEnabled val="1"/>
        </dgm:presLayoutVars>
      </dgm:prSet>
      <dgm:spPr/>
    </dgm:pt>
    <dgm:pt modelId="{C7C8B617-6707-4D6B-837D-6A6AE2548926}" type="pres">
      <dgm:prSet presAssocID="{C5E073B1-9173-4ECA-9BCB-1F7C0FA8AF3E}" presName="sibTrans" presStyleLbl="sibTrans2D1" presStyleIdx="0" presStyleCnt="2"/>
      <dgm:spPr/>
    </dgm:pt>
    <dgm:pt modelId="{DD908D2E-0230-4303-B898-DFC69B1BD601}" type="pres">
      <dgm:prSet presAssocID="{C5E073B1-9173-4ECA-9BCB-1F7C0FA8AF3E}" presName="connectorText" presStyleLbl="sibTrans2D1" presStyleIdx="0" presStyleCnt="2"/>
      <dgm:spPr/>
    </dgm:pt>
    <dgm:pt modelId="{4A4681CE-9F56-4F16-81EC-A533DC9A8E59}" type="pres">
      <dgm:prSet presAssocID="{AF958F24-499C-4EA7-9890-18CD225D438C}" presName="node" presStyleLbl="node1" presStyleIdx="1" presStyleCnt="3">
        <dgm:presLayoutVars>
          <dgm:bulletEnabled val="1"/>
        </dgm:presLayoutVars>
      </dgm:prSet>
      <dgm:spPr/>
    </dgm:pt>
    <dgm:pt modelId="{ADE2F749-74B5-4353-8795-0632B5D155CF}" type="pres">
      <dgm:prSet presAssocID="{EFA512EC-82DE-4139-BA77-5D95EDA04AF6}" presName="sibTrans" presStyleLbl="sibTrans2D1" presStyleIdx="1" presStyleCnt="2"/>
      <dgm:spPr/>
    </dgm:pt>
    <dgm:pt modelId="{655B01FF-82AD-4E12-892D-DB3847E79589}" type="pres">
      <dgm:prSet presAssocID="{EFA512EC-82DE-4139-BA77-5D95EDA04AF6}" presName="connectorText" presStyleLbl="sibTrans2D1" presStyleIdx="1" presStyleCnt="2"/>
      <dgm:spPr/>
    </dgm:pt>
    <dgm:pt modelId="{E406CE76-102A-447C-9571-23CF0343D2F9}" type="pres">
      <dgm:prSet presAssocID="{92FB7B9F-1C3E-41D9-89B8-289F32DF396B}" presName="node" presStyleLbl="node1" presStyleIdx="2" presStyleCnt="3">
        <dgm:presLayoutVars>
          <dgm:bulletEnabled val="1"/>
        </dgm:presLayoutVars>
      </dgm:prSet>
      <dgm:spPr/>
    </dgm:pt>
  </dgm:ptLst>
  <dgm:cxnLst>
    <dgm:cxn modelId="{16282341-7362-40D0-BC7D-0A827DC305D9}" srcId="{F77127D1-30CC-4C44-85DF-AC728AFA1710}" destId="{35A13F9B-E377-41C5-9E42-101BD581055D}" srcOrd="0" destOrd="0" parTransId="{27B65ED9-2891-4792-B568-809FA08A26A7}" sibTransId="{C5E073B1-9173-4ECA-9BCB-1F7C0FA8AF3E}"/>
    <dgm:cxn modelId="{F6FB6442-6F19-421C-BCED-225A070B9186}" srcId="{F77127D1-30CC-4C44-85DF-AC728AFA1710}" destId="{AF958F24-499C-4EA7-9890-18CD225D438C}" srcOrd="1" destOrd="0" parTransId="{37547018-B076-4ED9-918C-F8E7F8B42712}" sibTransId="{EFA512EC-82DE-4139-BA77-5D95EDA04AF6}"/>
    <dgm:cxn modelId="{4E66394F-D3EE-475E-A480-31083314EFCA}" type="presOf" srcId="{C5E073B1-9173-4ECA-9BCB-1F7C0FA8AF3E}" destId="{C7C8B617-6707-4D6B-837D-6A6AE2548926}" srcOrd="0" destOrd="0" presId="urn:microsoft.com/office/officeart/2005/8/layout/process1"/>
    <dgm:cxn modelId="{2250A450-A1CA-41BD-AA36-FE5DD39CD780}" type="presOf" srcId="{AF958F24-499C-4EA7-9890-18CD225D438C}" destId="{4A4681CE-9F56-4F16-81EC-A533DC9A8E59}" srcOrd="0" destOrd="0" presId="urn:microsoft.com/office/officeart/2005/8/layout/process1"/>
    <dgm:cxn modelId="{04793BAA-D5B2-42D6-B731-97AB4CDF4A5C}" type="presOf" srcId="{35A13F9B-E377-41C5-9E42-101BD581055D}" destId="{E3D4CC40-79D4-4512-8843-CD3E36200384}" srcOrd="0" destOrd="0" presId="urn:microsoft.com/office/officeart/2005/8/layout/process1"/>
    <dgm:cxn modelId="{953744C4-4A7B-4B9A-BCBC-ED37D2EE431F}" type="presOf" srcId="{92FB7B9F-1C3E-41D9-89B8-289F32DF396B}" destId="{E406CE76-102A-447C-9571-23CF0343D2F9}" srcOrd="0" destOrd="0" presId="urn:microsoft.com/office/officeart/2005/8/layout/process1"/>
    <dgm:cxn modelId="{5F4BADDC-1E21-4BD5-89BA-05377C965C65}" type="presOf" srcId="{EFA512EC-82DE-4139-BA77-5D95EDA04AF6}" destId="{655B01FF-82AD-4E12-892D-DB3847E79589}" srcOrd="1" destOrd="0" presId="urn:microsoft.com/office/officeart/2005/8/layout/process1"/>
    <dgm:cxn modelId="{8B2E08DF-867B-4A4F-AC7A-D7908415F3BC}" type="presOf" srcId="{F77127D1-30CC-4C44-85DF-AC728AFA1710}" destId="{9D634246-4622-4FD3-B5E8-B1C15D2AAD42}" srcOrd="0" destOrd="0" presId="urn:microsoft.com/office/officeart/2005/8/layout/process1"/>
    <dgm:cxn modelId="{0316CFE4-D4DB-499A-A8A3-0AB509A587AC}" type="presOf" srcId="{EFA512EC-82DE-4139-BA77-5D95EDA04AF6}" destId="{ADE2F749-74B5-4353-8795-0632B5D155CF}" srcOrd="0" destOrd="0" presId="urn:microsoft.com/office/officeart/2005/8/layout/process1"/>
    <dgm:cxn modelId="{CCC859ED-D4FE-41BE-9C66-39906B4FC704}" type="presOf" srcId="{C5E073B1-9173-4ECA-9BCB-1F7C0FA8AF3E}" destId="{DD908D2E-0230-4303-B898-DFC69B1BD601}" srcOrd="1" destOrd="0" presId="urn:microsoft.com/office/officeart/2005/8/layout/process1"/>
    <dgm:cxn modelId="{632E96EF-020C-4879-AB5D-1386884D29C5}" srcId="{F77127D1-30CC-4C44-85DF-AC728AFA1710}" destId="{92FB7B9F-1C3E-41D9-89B8-289F32DF396B}" srcOrd="2" destOrd="0" parTransId="{0BCAC932-DDC1-4779-B51F-5C7343B1E3B1}" sibTransId="{CACFC38F-5EE8-4196-B639-0EC6275DECD9}"/>
    <dgm:cxn modelId="{C9E3DE70-317B-4AD9-A248-A1C442B03BBC}" type="presParOf" srcId="{9D634246-4622-4FD3-B5E8-B1C15D2AAD42}" destId="{E3D4CC40-79D4-4512-8843-CD3E36200384}" srcOrd="0" destOrd="0" presId="urn:microsoft.com/office/officeart/2005/8/layout/process1"/>
    <dgm:cxn modelId="{4733BEF0-FCC6-4297-9B07-0CC5908C5799}" type="presParOf" srcId="{9D634246-4622-4FD3-B5E8-B1C15D2AAD42}" destId="{C7C8B617-6707-4D6B-837D-6A6AE2548926}" srcOrd="1" destOrd="0" presId="urn:microsoft.com/office/officeart/2005/8/layout/process1"/>
    <dgm:cxn modelId="{555D057B-7956-4DA4-B2ED-1B5E0BD94859}" type="presParOf" srcId="{C7C8B617-6707-4D6B-837D-6A6AE2548926}" destId="{DD908D2E-0230-4303-B898-DFC69B1BD601}" srcOrd="0" destOrd="0" presId="urn:microsoft.com/office/officeart/2005/8/layout/process1"/>
    <dgm:cxn modelId="{3A6A5756-1C86-46E1-8EC1-E8BBD7D9F2B9}" type="presParOf" srcId="{9D634246-4622-4FD3-B5E8-B1C15D2AAD42}" destId="{4A4681CE-9F56-4F16-81EC-A533DC9A8E59}" srcOrd="2" destOrd="0" presId="urn:microsoft.com/office/officeart/2005/8/layout/process1"/>
    <dgm:cxn modelId="{40615E9B-32B3-4934-AD19-3C39DB8A0057}" type="presParOf" srcId="{9D634246-4622-4FD3-B5E8-B1C15D2AAD42}" destId="{ADE2F749-74B5-4353-8795-0632B5D155CF}" srcOrd="3" destOrd="0" presId="urn:microsoft.com/office/officeart/2005/8/layout/process1"/>
    <dgm:cxn modelId="{4E30E46C-7320-4A97-91A5-EA97C2A4DA65}" type="presParOf" srcId="{ADE2F749-74B5-4353-8795-0632B5D155CF}" destId="{655B01FF-82AD-4E12-892D-DB3847E79589}" srcOrd="0" destOrd="0" presId="urn:microsoft.com/office/officeart/2005/8/layout/process1"/>
    <dgm:cxn modelId="{823231E2-15C3-4AD7-9AE5-13FC38D61B68}" type="presParOf" srcId="{9D634246-4622-4FD3-B5E8-B1C15D2AAD42}" destId="{E406CE76-102A-447C-9571-23CF0343D2F9}"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4E609B-71E3-4172-9EC7-C8A6186372BD}">
      <dsp:nvSpPr>
        <dsp:cNvPr id="0" name=""/>
        <dsp:cNvSpPr/>
      </dsp:nvSpPr>
      <dsp:spPr>
        <a:xfrm>
          <a:off x="0" y="1686"/>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FDD29974-EC55-43E7-9209-131CD2A63342}">
      <dsp:nvSpPr>
        <dsp:cNvPr id="0" name=""/>
        <dsp:cNvSpPr/>
      </dsp:nvSpPr>
      <dsp:spPr>
        <a:xfrm>
          <a:off x="0" y="1686"/>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1. What is a Linked List</a:t>
          </a:r>
          <a:endParaRPr lang="en-US" sz="1400" kern="1200" dirty="0">
            <a:solidFill>
              <a:schemeClr val="tx1"/>
            </a:solidFill>
          </a:endParaRPr>
        </a:p>
      </dsp:txBody>
      <dsp:txXfrm>
        <a:off x="0" y="1686"/>
        <a:ext cx="9905999" cy="287585"/>
      </dsp:txXfrm>
    </dsp:sp>
    <dsp:sp modelId="{4B36FEC5-94E1-4501-B5F4-82458FAC0A34}">
      <dsp:nvSpPr>
        <dsp:cNvPr id="0" name=""/>
        <dsp:cNvSpPr/>
      </dsp:nvSpPr>
      <dsp:spPr>
        <a:xfrm>
          <a:off x="0" y="289272"/>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81F7F3B-140E-4C33-8BC1-C5C75525F7E0}">
      <dsp:nvSpPr>
        <dsp:cNvPr id="0" name=""/>
        <dsp:cNvSpPr/>
      </dsp:nvSpPr>
      <dsp:spPr>
        <a:xfrm>
          <a:off x="0" y="289272"/>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2. Nodes and Linked-List Structure</a:t>
          </a:r>
          <a:endParaRPr lang="en-US" sz="1400" kern="1200" dirty="0">
            <a:solidFill>
              <a:schemeClr val="tx1"/>
            </a:solidFill>
          </a:endParaRPr>
        </a:p>
      </dsp:txBody>
      <dsp:txXfrm>
        <a:off x="0" y="289272"/>
        <a:ext cx="9905999" cy="287585"/>
      </dsp:txXfrm>
    </dsp:sp>
    <dsp:sp modelId="{C0428263-3B39-466E-AAAE-45A8DF0EEE6C}">
      <dsp:nvSpPr>
        <dsp:cNvPr id="0" name=""/>
        <dsp:cNvSpPr/>
      </dsp:nvSpPr>
      <dsp:spPr>
        <a:xfrm>
          <a:off x="0" y="576857"/>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1EF89A7F-60BE-47F7-AD4F-6FD5D4A02892}">
      <dsp:nvSpPr>
        <dsp:cNvPr id="0" name=""/>
        <dsp:cNvSpPr/>
      </dsp:nvSpPr>
      <dsp:spPr>
        <a:xfrm>
          <a:off x="0" y="576857"/>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3. Types of Linked Lists</a:t>
          </a:r>
          <a:endParaRPr lang="en-US" sz="1400" kern="1200" dirty="0">
            <a:solidFill>
              <a:schemeClr val="tx1"/>
            </a:solidFill>
          </a:endParaRPr>
        </a:p>
      </dsp:txBody>
      <dsp:txXfrm>
        <a:off x="0" y="576857"/>
        <a:ext cx="9905999" cy="287585"/>
      </dsp:txXfrm>
    </dsp:sp>
    <dsp:sp modelId="{9983FA78-C762-4BE7-8316-CD0173113B84}">
      <dsp:nvSpPr>
        <dsp:cNvPr id="0" name=""/>
        <dsp:cNvSpPr/>
      </dsp:nvSpPr>
      <dsp:spPr>
        <a:xfrm>
          <a:off x="0" y="864443"/>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94F37424-4EB9-41E9-8A7A-7C43688D0EA5}">
      <dsp:nvSpPr>
        <dsp:cNvPr id="0" name=""/>
        <dsp:cNvSpPr/>
      </dsp:nvSpPr>
      <dsp:spPr>
        <a:xfrm>
          <a:off x="0" y="864443"/>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4. Traversal</a:t>
          </a:r>
          <a:endParaRPr lang="en-US" sz="1400" kern="1200" dirty="0">
            <a:solidFill>
              <a:schemeClr val="tx1"/>
            </a:solidFill>
          </a:endParaRPr>
        </a:p>
      </dsp:txBody>
      <dsp:txXfrm>
        <a:off x="0" y="864443"/>
        <a:ext cx="9905999" cy="287585"/>
      </dsp:txXfrm>
    </dsp:sp>
    <dsp:sp modelId="{E25C6DF0-18A6-464B-9F67-DB4B3AF0D2B1}">
      <dsp:nvSpPr>
        <dsp:cNvPr id="0" name=""/>
        <dsp:cNvSpPr/>
      </dsp:nvSpPr>
      <dsp:spPr>
        <a:xfrm>
          <a:off x="0" y="1152028"/>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0BB88569-39B9-4014-AD96-28D2E1293222}">
      <dsp:nvSpPr>
        <dsp:cNvPr id="0" name=""/>
        <dsp:cNvSpPr/>
      </dsp:nvSpPr>
      <dsp:spPr>
        <a:xfrm>
          <a:off x="0" y="1152028"/>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5. Insertion </a:t>
          </a:r>
          <a:endParaRPr lang="en-US" sz="1400" kern="1200" dirty="0">
            <a:solidFill>
              <a:schemeClr val="tx1"/>
            </a:solidFill>
          </a:endParaRPr>
        </a:p>
      </dsp:txBody>
      <dsp:txXfrm>
        <a:off x="0" y="1152028"/>
        <a:ext cx="9905999" cy="287585"/>
      </dsp:txXfrm>
    </dsp:sp>
    <dsp:sp modelId="{F3F903F9-F909-40B3-9B4A-C45316AE785F}">
      <dsp:nvSpPr>
        <dsp:cNvPr id="0" name=""/>
        <dsp:cNvSpPr/>
      </dsp:nvSpPr>
      <dsp:spPr>
        <a:xfrm>
          <a:off x="0" y="1439614"/>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59B39A84-5959-4CAF-B0E2-EE37677E38BD}">
      <dsp:nvSpPr>
        <dsp:cNvPr id="0" name=""/>
        <dsp:cNvSpPr/>
      </dsp:nvSpPr>
      <dsp:spPr>
        <a:xfrm>
          <a:off x="0" y="1439614"/>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6. Deletion </a:t>
          </a:r>
          <a:endParaRPr lang="en-US" sz="1400" kern="1200" dirty="0">
            <a:solidFill>
              <a:schemeClr val="tx1"/>
            </a:solidFill>
          </a:endParaRPr>
        </a:p>
      </dsp:txBody>
      <dsp:txXfrm>
        <a:off x="0" y="1439614"/>
        <a:ext cx="9905999" cy="287585"/>
      </dsp:txXfrm>
    </dsp:sp>
    <dsp:sp modelId="{7C733ACB-236E-4443-9004-3170FC87DA95}">
      <dsp:nvSpPr>
        <dsp:cNvPr id="0" name=""/>
        <dsp:cNvSpPr/>
      </dsp:nvSpPr>
      <dsp:spPr>
        <a:xfrm>
          <a:off x="0" y="1727199"/>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E08C3EEA-6B11-416F-BE7F-FE404EF951E1}">
      <dsp:nvSpPr>
        <dsp:cNvPr id="0" name=""/>
        <dsp:cNvSpPr/>
      </dsp:nvSpPr>
      <dsp:spPr>
        <a:xfrm>
          <a:off x="0" y="1727199"/>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7. Applications of Linked Lists &amp; Pointer Manipulation &amp; Common Errors</a:t>
          </a:r>
          <a:endParaRPr lang="en-US" sz="1400" kern="1200" dirty="0">
            <a:solidFill>
              <a:schemeClr val="tx1"/>
            </a:solidFill>
          </a:endParaRPr>
        </a:p>
      </dsp:txBody>
      <dsp:txXfrm>
        <a:off x="0" y="1727199"/>
        <a:ext cx="9905999" cy="287585"/>
      </dsp:txXfrm>
    </dsp:sp>
    <dsp:sp modelId="{C50348D3-E2EB-4AFA-B1F9-4F3D6C7064DE}">
      <dsp:nvSpPr>
        <dsp:cNvPr id="0" name=""/>
        <dsp:cNvSpPr/>
      </dsp:nvSpPr>
      <dsp:spPr>
        <a:xfrm>
          <a:off x="0" y="2014784"/>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EFDC2EC8-DC37-4407-82BA-352B3648E2DC}">
      <dsp:nvSpPr>
        <dsp:cNvPr id="0" name=""/>
        <dsp:cNvSpPr/>
      </dsp:nvSpPr>
      <dsp:spPr>
        <a:xfrm>
          <a:off x="0" y="2014784"/>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8. Advantages and Disadvantages</a:t>
          </a:r>
          <a:endParaRPr lang="en-US" sz="1400" kern="1200" dirty="0">
            <a:solidFill>
              <a:schemeClr val="tx1"/>
            </a:solidFill>
          </a:endParaRPr>
        </a:p>
      </dsp:txBody>
      <dsp:txXfrm>
        <a:off x="0" y="2014784"/>
        <a:ext cx="9905999" cy="287585"/>
      </dsp:txXfrm>
    </dsp:sp>
    <dsp:sp modelId="{24441C44-402B-43F9-B638-88DBD3600A9F}">
      <dsp:nvSpPr>
        <dsp:cNvPr id="0" name=""/>
        <dsp:cNvSpPr/>
      </dsp:nvSpPr>
      <dsp:spPr>
        <a:xfrm>
          <a:off x="0" y="2302370"/>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378CCAAC-437E-41A8-8D05-4729DC25335F}">
      <dsp:nvSpPr>
        <dsp:cNvPr id="0" name=""/>
        <dsp:cNvSpPr/>
      </dsp:nvSpPr>
      <dsp:spPr>
        <a:xfrm>
          <a:off x="0" y="2302370"/>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9. Project Overview and Source File</a:t>
          </a:r>
          <a:endParaRPr lang="en-US" sz="1400" kern="1200" dirty="0">
            <a:solidFill>
              <a:schemeClr val="tx1"/>
            </a:solidFill>
          </a:endParaRPr>
        </a:p>
      </dsp:txBody>
      <dsp:txXfrm>
        <a:off x="0" y="2302370"/>
        <a:ext cx="9905999" cy="287585"/>
      </dsp:txXfrm>
    </dsp:sp>
    <dsp:sp modelId="{E44F1D4B-07F4-4348-A366-004D740A3632}">
      <dsp:nvSpPr>
        <dsp:cNvPr id="0" name=""/>
        <dsp:cNvSpPr/>
      </dsp:nvSpPr>
      <dsp:spPr>
        <a:xfrm>
          <a:off x="0" y="2589955"/>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269770D6-6554-4833-BE9C-4BF4D595497D}">
      <dsp:nvSpPr>
        <dsp:cNvPr id="0" name=""/>
        <dsp:cNvSpPr/>
      </dsp:nvSpPr>
      <dsp:spPr>
        <a:xfrm>
          <a:off x="0" y="2589955"/>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10. Conclusion</a:t>
          </a:r>
          <a:endParaRPr lang="en-US" sz="1400" kern="1200" dirty="0">
            <a:solidFill>
              <a:schemeClr val="tx1"/>
            </a:solidFill>
          </a:endParaRPr>
        </a:p>
      </dsp:txBody>
      <dsp:txXfrm>
        <a:off x="0" y="2589955"/>
        <a:ext cx="9905999" cy="287585"/>
      </dsp:txXfrm>
    </dsp:sp>
    <dsp:sp modelId="{09072C32-CF55-432F-99AA-E06E50838C8D}">
      <dsp:nvSpPr>
        <dsp:cNvPr id="0" name=""/>
        <dsp:cNvSpPr/>
      </dsp:nvSpPr>
      <dsp:spPr>
        <a:xfrm>
          <a:off x="0" y="2877541"/>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14ED034-9A74-4217-AF16-69E9AF3D1F34}">
      <dsp:nvSpPr>
        <dsp:cNvPr id="0" name=""/>
        <dsp:cNvSpPr/>
      </dsp:nvSpPr>
      <dsp:spPr>
        <a:xfrm>
          <a:off x="0" y="2877541"/>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ZA" sz="1400" kern="1200">
              <a:solidFill>
                <a:schemeClr val="tx1"/>
              </a:solidFill>
            </a:rPr>
            <a:t>11. References</a:t>
          </a:r>
          <a:endParaRPr lang="en-ZA" sz="1400" kern="1200" dirty="0">
            <a:solidFill>
              <a:schemeClr val="tx1"/>
            </a:solidFill>
          </a:endParaRPr>
        </a:p>
      </dsp:txBody>
      <dsp:txXfrm>
        <a:off x="0" y="2877541"/>
        <a:ext cx="9905999" cy="287585"/>
      </dsp:txXfrm>
    </dsp:sp>
    <dsp:sp modelId="{0723930E-AF7E-49BE-9A72-4BE086CA5191}">
      <dsp:nvSpPr>
        <dsp:cNvPr id="0" name=""/>
        <dsp:cNvSpPr/>
      </dsp:nvSpPr>
      <dsp:spPr>
        <a:xfrm>
          <a:off x="0" y="3165126"/>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B0FD5B3-8C0D-4C02-A887-5E3AFA6E64FB}">
      <dsp:nvSpPr>
        <dsp:cNvPr id="0" name=""/>
        <dsp:cNvSpPr/>
      </dsp:nvSpPr>
      <dsp:spPr>
        <a:xfrm>
          <a:off x="0" y="3165126"/>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12. Group Members</a:t>
          </a:r>
          <a:endParaRPr lang="en-US" sz="1400" kern="1200" dirty="0">
            <a:solidFill>
              <a:schemeClr val="tx1"/>
            </a:solidFill>
          </a:endParaRPr>
        </a:p>
      </dsp:txBody>
      <dsp:txXfrm>
        <a:off x="0" y="3165126"/>
        <a:ext cx="9905999" cy="2875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AF09A8-8DE3-4EC5-960D-61882E0E6B31}">
      <dsp:nvSpPr>
        <dsp:cNvPr id="0" name=""/>
        <dsp:cNvSpPr/>
      </dsp:nvSpPr>
      <dsp:spPr>
        <a:xfrm>
          <a:off x="0" y="2146"/>
          <a:ext cx="1744027" cy="14167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baseline="0" dirty="0"/>
            <a:t>Insertion means adding a new node to the linked list.</a:t>
          </a:r>
          <a:endParaRPr lang="en-US" sz="1600" kern="1200" dirty="0"/>
        </a:p>
      </dsp:txBody>
      <dsp:txXfrm>
        <a:off x="69158" y="71304"/>
        <a:ext cx="1605711" cy="1278397"/>
      </dsp:txXfrm>
    </dsp:sp>
    <dsp:sp modelId="{DE4B0976-DF84-4322-B1B8-5C8050258F2B}">
      <dsp:nvSpPr>
        <dsp:cNvPr id="0" name=""/>
        <dsp:cNvSpPr/>
      </dsp:nvSpPr>
      <dsp:spPr>
        <a:xfrm rot="5400000">
          <a:off x="2727588" y="647805"/>
          <a:ext cx="1133370" cy="3100493"/>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b="0" i="0" kern="1200" baseline="0"/>
            <a:t>At the beginning (head)</a:t>
          </a:r>
          <a:endParaRPr lang="en-US" sz="1600" kern="1200"/>
        </a:p>
        <a:p>
          <a:pPr marL="171450" lvl="1" indent="-171450" algn="l" defTabSz="711200">
            <a:lnSpc>
              <a:spcPct val="90000"/>
            </a:lnSpc>
            <a:spcBef>
              <a:spcPct val="0"/>
            </a:spcBef>
            <a:spcAft>
              <a:spcPct val="15000"/>
            </a:spcAft>
            <a:buChar char="•"/>
          </a:pPr>
          <a:r>
            <a:rPr lang="en-US" sz="1600" b="0" i="0" kern="1200" baseline="0"/>
            <a:t>At the end (tail)</a:t>
          </a:r>
          <a:endParaRPr lang="en-US" sz="1600" kern="1200"/>
        </a:p>
        <a:p>
          <a:pPr marL="171450" lvl="1" indent="-171450" algn="l" defTabSz="711200">
            <a:lnSpc>
              <a:spcPct val="90000"/>
            </a:lnSpc>
            <a:spcBef>
              <a:spcPct val="0"/>
            </a:spcBef>
            <a:spcAft>
              <a:spcPct val="15000"/>
            </a:spcAft>
            <a:buChar char="•"/>
          </a:pPr>
          <a:r>
            <a:rPr lang="en-US" sz="1600" b="0" i="0" kern="1200" baseline="0"/>
            <a:t>At a specific position</a:t>
          </a:r>
          <a:endParaRPr lang="en-US" sz="1600" kern="1200"/>
        </a:p>
        <a:p>
          <a:pPr marL="171450" lvl="1" indent="-171450" algn="l" defTabSz="711200">
            <a:lnSpc>
              <a:spcPct val="90000"/>
            </a:lnSpc>
            <a:spcBef>
              <a:spcPct val="0"/>
            </a:spcBef>
            <a:spcAft>
              <a:spcPct val="15000"/>
            </a:spcAft>
            <a:buChar char="•"/>
          </a:pPr>
          <a:r>
            <a:rPr lang="en-US" sz="1600" b="0" i="0" kern="1200" baseline="0"/>
            <a:t>Before or after a particular node</a:t>
          </a:r>
          <a:endParaRPr lang="en-US" sz="1600" kern="1200"/>
        </a:p>
      </dsp:txBody>
      <dsp:txXfrm rot="-5400000">
        <a:off x="1744027" y="1686694"/>
        <a:ext cx="3045166" cy="1022716"/>
      </dsp:txXfrm>
    </dsp:sp>
    <dsp:sp modelId="{68D6120C-75DC-4DC0-B653-7309FFD68BBD}">
      <dsp:nvSpPr>
        <dsp:cNvPr id="0" name=""/>
        <dsp:cNvSpPr/>
      </dsp:nvSpPr>
      <dsp:spPr>
        <a:xfrm>
          <a:off x="0" y="1489695"/>
          <a:ext cx="1744027" cy="14167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baseline="0"/>
            <a:t>Common forms:</a:t>
          </a:r>
          <a:endParaRPr lang="en-US" sz="1600" kern="1200"/>
        </a:p>
      </dsp:txBody>
      <dsp:txXfrm>
        <a:off x="69158" y="1558853"/>
        <a:ext cx="1605711" cy="1278397"/>
      </dsp:txXfrm>
    </dsp:sp>
    <dsp:sp modelId="{F87431A6-4C4C-45F5-B824-D4B73B00D881}">
      <dsp:nvSpPr>
        <dsp:cNvPr id="0" name=""/>
        <dsp:cNvSpPr/>
      </dsp:nvSpPr>
      <dsp:spPr>
        <a:xfrm>
          <a:off x="0" y="2977244"/>
          <a:ext cx="1744027" cy="14167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baseline="0"/>
            <a:t>Insertion is mainly performed by creating a node and changing links.</a:t>
          </a:r>
          <a:endParaRPr lang="en-US" sz="1600" kern="1200"/>
        </a:p>
      </dsp:txBody>
      <dsp:txXfrm>
        <a:off x="69158" y="3046402"/>
        <a:ext cx="1605711" cy="12783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B90AAE-06BA-4E74-AECB-56AAD52AA0B4}">
      <dsp:nvSpPr>
        <dsp:cNvPr id="0" name=""/>
        <dsp:cNvSpPr/>
      </dsp:nvSpPr>
      <dsp:spPr>
        <a:xfrm>
          <a:off x="363339" y="0"/>
          <a:ext cx="4117842" cy="3541714"/>
        </a:xfrm>
        <a:prstGeom prst="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DB03AC-49F3-42AC-B2E3-5727BF6A797C}">
      <dsp:nvSpPr>
        <dsp:cNvPr id="0" name=""/>
        <dsp:cNvSpPr/>
      </dsp:nvSpPr>
      <dsp:spPr>
        <a:xfrm>
          <a:off x="2424" y="1062514"/>
          <a:ext cx="1166185" cy="1416685"/>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Deletion means removing a node from a linked list.</a:t>
          </a:r>
        </a:p>
      </dsp:txBody>
      <dsp:txXfrm>
        <a:off x="59352" y="1119442"/>
        <a:ext cx="1052329" cy="1302829"/>
      </dsp:txXfrm>
    </dsp:sp>
    <dsp:sp modelId="{E0898F83-936B-44F3-BD08-6CF06EC14A6B}">
      <dsp:nvSpPr>
        <dsp:cNvPr id="0" name=""/>
        <dsp:cNvSpPr/>
      </dsp:nvSpPr>
      <dsp:spPr>
        <a:xfrm>
          <a:off x="1226919" y="1062514"/>
          <a:ext cx="1166185" cy="1416685"/>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Common forms:</a:t>
          </a:r>
        </a:p>
        <a:p>
          <a:pPr marL="57150" lvl="1" indent="-57150" algn="l" defTabSz="400050">
            <a:lnSpc>
              <a:spcPct val="90000"/>
            </a:lnSpc>
            <a:spcBef>
              <a:spcPct val="0"/>
            </a:spcBef>
            <a:spcAft>
              <a:spcPct val="15000"/>
            </a:spcAft>
            <a:buChar char="•"/>
          </a:pPr>
          <a:r>
            <a:rPr lang="en-US" sz="900" kern="1200"/>
            <a:t>Delete the first node</a:t>
          </a:r>
        </a:p>
        <a:p>
          <a:pPr marL="57150" lvl="1" indent="-57150" algn="l" defTabSz="400050">
            <a:lnSpc>
              <a:spcPct val="90000"/>
            </a:lnSpc>
            <a:spcBef>
              <a:spcPct val="0"/>
            </a:spcBef>
            <a:spcAft>
              <a:spcPct val="15000"/>
            </a:spcAft>
            <a:buChar char="•"/>
          </a:pPr>
          <a:r>
            <a:rPr lang="en-US" sz="900" kern="1200"/>
            <a:t>Delete the last node</a:t>
          </a:r>
        </a:p>
        <a:p>
          <a:pPr marL="57150" lvl="1" indent="-57150" algn="l" defTabSz="400050">
            <a:lnSpc>
              <a:spcPct val="90000"/>
            </a:lnSpc>
            <a:spcBef>
              <a:spcPct val="0"/>
            </a:spcBef>
            <a:spcAft>
              <a:spcPct val="15000"/>
            </a:spcAft>
            <a:buChar char="•"/>
          </a:pPr>
          <a:r>
            <a:rPr lang="en-US" sz="900" kern="1200"/>
            <a:t>Delete a node at a specific position</a:t>
          </a:r>
        </a:p>
        <a:p>
          <a:pPr marL="57150" lvl="1" indent="-57150" algn="l" defTabSz="400050">
            <a:lnSpc>
              <a:spcPct val="90000"/>
            </a:lnSpc>
            <a:spcBef>
              <a:spcPct val="0"/>
            </a:spcBef>
            <a:spcAft>
              <a:spcPct val="15000"/>
            </a:spcAft>
            <a:buChar char="•"/>
          </a:pPr>
          <a:r>
            <a:rPr lang="en-US" sz="900" kern="1200"/>
            <a:t>Delete a particular node</a:t>
          </a:r>
        </a:p>
      </dsp:txBody>
      <dsp:txXfrm>
        <a:off x="1283847" y="1119442"/>
        <a:ext cx="1052329" cy="1302829"/>
      </dsp:txXfrm>
    </dsp:sp>
    <dsp:sp modelId="{D92F8AA0-657F-4416-8789-C136FB24B4B9}">
      <dsp:nvSpPr>
        <dsp:cNvPr id="0" name=""/>
        <dsp:cNvSpPr/>
      </dsp:nvSpPr>
      <dsp:spPr>
        <a:xfrm>
          <a:off x="2451415" y="1062514"/>
          <a:ext cx="1166185" cy="1416685"/>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After deletion, the remaining nodes must remain correctly connected.</a:t>
          </a:r>
        </a:p>
      </dsp:txBody>
      <dsp:txXfrm>
        <a:off x="2508343" y="1119442"/>
        <a:ext cx="1052329" cy="1302829"/>
      </dsp:txXfrm>
    </dsp:sp>
    <dsp:sp modelId="{6BDAB84B-3E5F-4A04-A59F-7D75FE0249CF}">
      <dsp:nvSpPr>
        <dsp:cNvPr id="0" name=""/>
        <dsp:cNvSpPr/>
      </dsp:nvSpPr>
      <dsp:spPr>
        <a:xfrm>
          <a:off x="3675910" y="1062514"/>
          <a:ext cx="1166185" cy="1416685"/>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In C++, dynamically allocated nodes should be released appropriately.</a:t>
          </a:r>
        </a:p>
      </dsp:txBody>
      <dsp:txXfrm>
        <a:off x="3732838" y="1119442"/>
        <a:ext cx="1052329" cy="13028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D4CC40-79D4-4512-8843-CD3E36200384}">
      <dsp:nvSpPr>
        <dsp:cNvPr id="0" name=""/>
        <dsp:cNvSpPr/>
      </dsp:nvSpPr>
      <dsp:spPr>
        <a:xfrm>
          <a:off x="8706" y="58797"/>
          <a:ext cx="2602259" cy="3025126"/>
        </a:xfrm>
        <a:prstGeom prst="roundRect">
          <a:avLst>
            <a:gd name="adj" fmla="val 10000"/>
          </a:avLst>
        </a:prstGeom>
        <a:solidFill>
          <a:srgbClr val="0070C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ZA" sz="1300" kern="1200" dirty="0"/>
            <a:t>Linked lists are dynamic data structures made up of interconnected nodes, where each node stores data and a pointer or reference to another node. This presentation covered the structure and types of linked lists, including singly, doubly, and circular linked lists, as well as the importance of traversal when accessing or searching for nodes. It also examined </a:t>
          </a:r>
          <a:r>
            <a:rPr lang="en-ZA" sz="1300" b="1" kern="1200" dirty="0"/>
            <a:t>insertion and deletion</a:t>
          </a:r>
          <a:r>
            <a:rPr lang="en-ZA" sz="1300" kern="1200" dirty="0"/>
            <a:t>, including operations at the beginning, end, and middle of a list, which are performed by adjusting links rather than shifting elements.</a:t>
          </a:r>
          <a:endParaRPr lang="en-US" sz="1300" kern="1200" dirty="0"/>
        </a:p>
      </dsp:txBody>
      <dsp:txXfrm>
        <a:off x="84924" y="135015"/>
        <a:ext cx="2449823" cy="2872690"/>
      </dsp:txXfrm>
    </dsp:sp>
    <dsp:sp modelId="{C7C8B617-6707-4D6B-837D-6A6AE2548926}">
      <dsp:nvSpPr>
        <dsp:cNvPr id="0" name=""/>
        <dsp:cNvSpPr/>
      </dsp:nvSpPr>
      <dsp:spPr>
        <a:xfrm>
          <a:off x="2871192" y="1248680"/>
          <a:ext cx="551679" cy="645360"/>
        </a:xfrm>
        <a:prstGeom prst="rightArrow">
          <a:avLst>
            <a:gd name="adj1" fmla="val 60000"/>
            <a:gd name="adj2" fmla="val 50000"/>
          </a:avLst>
        </a:prstGeom>
        <a:solidFill>
          <a:srgbClr val="C0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871192" y="1377752"/>
        <a:ext cx="386175" cy="387216"/>
      </dsp:txXfrm>
    </dsp:sp>
    <dsp:sp modelId="{4A4681CE-9F56-4F16-81EC-A533DC9A8E59}">
      <dsp:nvSpPr>
        <dsp:cNvPr id="0" name=""/>
        <dsp:cNvSpPr/>
      </dsp:nvSpPr>
      <dsp:spPr>
        <a:xfrm>
          <a:off x="3651870" y="58797"/>
          <a:ext cx="2602259" cy="3025126"/>
        </a:xfrm>
        <a:prstGeom prst="roundRect">
          <a:avLst>
            <a:gd name="adj" fmla="val 10000"/>
          </a:avLst>
        </a:prstGeom>
        <a:solidFill>
          <a:srgbClr val="C0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ZA" sz="1300" kern="1200"/>
            <a:t>The presentation also highlighted the importance of </a:t>
          </a:r>
          <a:r>
            <a:rPr lang="en-ZA" sz="1300" b="1" kern="1200"/>
            <a:t>pointer management</a:t>
          </a:r>
          <a:r>
            <a:rPr lang="en-ZA" sz="1300" kern="1200"/>
            <a:t>, as incorrect manipulation can result in lost nodes, invalid memory access, or broken lists. Although linked lists provide efficient O(1) insertion and deletion when the required node or position is already known, finding a position may require </a:t>
          </a:r>
          <a:r>
            <a:rPr lang="en-ZA" sz="1300" b="1" kern="1200"/>
            <a:t>O(n)</a:t>
          </a:r>
          <a:r>
            <a:rPr lang="en-ZA" sz="1300" kern="1200"/>
            <a:t> traversal. They also require additional memory for pointers and do not provide direct access to elements like arrays.</a:t>
          </a:r>
          <a:endParaRPr lang="en-US" sz="1300" kern="1200"/>
        </a:p>
      </dsp:txBody>
      <dsp:txXfrm>
        <a:off x="3728088" y="135015"/>
        <a:ext cx="2449823" cy="2872690"/>
      </dsp:txXfrm>
    </dsp:sp>
    <dsp:sp modelId="{ADE2F749-74B5-4353-8795-0632B5D155CF}">
      <dsp:nvSpPr>
        <dsp:cNvPr id="0" name=""/>
        <dsp:cNvSpPr/>
      </dsp:nvSpPr>
      <dsp:spPr>
        <a:xfrm>
          <a:off x="6514355" y="1248680"/>
          <a:ext cx="551679" cy="645360"/>
        </a:xfrm>
        <a:prstGeom prst="rightArrow">
          <a:avLst>
            <a:gd name="adj1" fmla="val 60000"/>
            <a:gd name="adj2" fmla="val 5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6514355" y="1377752"/>
        <a:ext cx="386175" cy="387216"/>
      </dsp:txXfrm>
    </dsp:sp>
    <dsp:sp modelId="{E406CE76-102A-447C-9571-23CF0343D2F9}">
      <dsp:nvSpPr>
        <dsp:cNvPr id="0" name=""/>
        <dsp:cNvSpPr/>
      </dsp:nvSpPr>
      <dsp:spPr>
        <a:xfrm>
          <a:off x="7295033" y="58797"/>
          <a:ext cx="2602259" cy="3025126"/>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ZA" sz="1300" kern="1200" dirty="0"/>
            <a:t>Overall, understanding nodes, links, traversal, insertion, deletion, and pointer manipulation allows programmers to use linked lists effectively and determine when they are an appropriate data structure for applications that require dynamic data and frequent insertion and deletion.</a:t>
          </a:r>
          <a:endParaRPr lang="en-US" sz="1300" kern="1200" dirty="0"/>
        </a:p>
      </dsp:txBody>
      <dsp:txXfrm>
        <a:off x="7371251" y="135015"/>
        <a:ext cx="2449823" cy="287269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A75990-A4A1-4DDE-AA8D-73E60A452DD0}" type="datetimeFigureOut">
              <a:rPr lang="en-US" smtClean="0"/>
              <a:t>10/3/2026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75CD8D-B1D9-4658-A4F0-38CA8D83ED5D}" type="slidenum">
              <a:rPr lang="en-US" smtClean="0"/>
              <a:t>‹#›</a:t>
            </a:fld>
            <a:endParaRPr lang="en-US" dirty="0"/>
          </a:p>
        </p:txBody>
      </p:sp>
    </p:spTree>
    <p:extLst>
      <p:ext uri="{BB962C8B-B14F-4D97-AF65-F5344CB8AC3E}">
        <p14:creationId xmlns:p14="http://schemas.microsoft.com/office/powerpoint/2010/main" val="3830980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808C238F-B856-42A4-BC32-194DCC130D5F}" type="datetime1">
              <a:rPr lang="en-US" smtClean="0"/>
              <a:t>10/3/2026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C1CB5-A088-4DB4-8A5C-B084F9B2B528}" type="datetime1">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3C1328-ADC8-435B-8F5C-D339CD9DD487}" type="datetime1">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256410-64C5-4311-8359-FDA6B61ABBAE}"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18B01E-6E1B-4AFC-A690-27C447C9486E}" type="datetime1">
              <a:rPr lang="en-US" smtClean="0"/>
              <a:t>10/3/2026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52F3D2-503A-4E49-99AD-125A054E178F}" type="datetime1">
              <a:rPr lang="en-US" smtClean="0"/>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166207-223C-48E4-AE22-548ABC801447}" type="datetime1">
              <a:rPr lang="en-US" smtClean="0"/>
              <a:t>10/3/2026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941151-B38C-4230-91F0-8A3BB69A056C}"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F6EA29-EE45-46F5-8084-6929433FA14E}"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872680-3826-48D8-A0B9-F293E3A564DD}"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C0F02A-B435-4587-AE10-6A02865845FD}"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DF27A1-9C29-4918-BA16-87149545F673}"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EEE601-4D27-49FF-B099-2799466F7EDA}"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4E52469-603F-4B0F-8F23-6B2B143D5424}" type="datetime1">
              <a:rPr lang="en-US" smtClean="0"/>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7781E0-05FC-475E-A14D-85EF9B55E67B}" type="datetime1">
              <a:rPr lang="en-US" smtClean="0"/>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D02C8-8352-4A2E-A3CD-139A8583C932}" type="datetime1">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680581-4B77-41E9-BE55-C3C9C3900A2A}" type="datetime1">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ZA"/>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567B94D-50C4-4558-AAA1-857DDB1A21EF}" type="datetime1">
              <a:rPr lang="en-US" smtClean="0"/>
              <a:t>10/3/2026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jpe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hyperlink" Target="https://www.wallpaperflare.com/board-games-wingspan-wallpaper-yhfbc" TargetMode="External"/><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4.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hyperlink" Target="https://www.wallpaperflare.com/blue-radio-technology-audio-technica-illuminated-control-panel-wallpaper-sfojv" TargetMode="External"/><Relationship Id="rId2" Type="http://schemas.openxmlformats.org/officeDocument/2006/relationships/image" Target="../media/image12.jpg"/><Relationship Id="rId1" Type="http://schemas.openxmlformats.org/officeDocument/2006/relationships/slideLayout" Target="../slideLayouts/slideLayout8.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hyperlink" Target="https://www.rawpixel.com/search/technology" TargetMode="External"/><Relationship Id="rId7" Type="http://schemas.openxmlformats.org/officeDocument/2006/relationships/diagramQuickStyle" Target="../diagrams/quickStyle2.xml"/><Relationship Id="rId2" Type="http://schemas.openxmlformats.org/officeDocument/2006/relationships/image" Target="../media/image14.png"/><Relationship Id="rId1" Type="http://schemas.openxmlformats.org/officeDocument/2006/relationships/slideLayout" Target="../slideLayouts/slideLayout9.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5.png"/><Relationship Id="rId9" Type="http://schemas.microsoft.com/office/2007/relationships/diagramDrawing" Target="../diagrams/drawing2.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hyperlink" Target="https://www.wallpaperflare.com/lines-coordinate-coordinates-world-digital-digital-art-wallpaper-mxwvk" TargetMode="External"/><Relationship Id="rId7" Type="http://schemas.openxmlformats.org/officeDocument/2006/relationships/diagramQuickStyle" Target="../diagrams/quickStyle3.xml"/><Relationship Id="rId2" Type="http://schemas.openxmlformats.org/officeDocument/2006/relationships/image" Target="../media/image16.jpg"/><Relationship Id="rId1" Type="http://schemas.openxmlformats.org/officeDocument/2006/relationships/slideLayout" Target="../slideLayouts/slideLayout9.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17.png"/><Relationship Id="rId9" Type="http://schemas.microsoft.com/office/2007/relationships/diagramDrawing" Target="../diagrams/drawing3.xml"/></Relationships>
</file>

<file path=ppt/slides/_rels/slide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web-based-c-compiler.vercel.app/" TargetMode="External"/><Relationship Id="rId5" Type="http://schemas.openxmlformats.org/officeDocument/2006/relationships/image" Target="../media/image21.jpeg"/><Relationship Id="rId4" Type="http://schemas.openxmlformats.org/officeDocument/2006/relationships/hyperlink" Target="https://www.wallpaperflare.com/lines-coordinate-coordinates-world-digital-digital-art-wallpaper-mxwvk" TargetMode="External"/></Relationships>
</file>

<file path=ppt/slides/_rels/slide1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hyperlink" Target="https://www.wallpaperflare.com/swirl-artwork-sparkles-lighting-graphics-pattern-psychedelic-art-wallpaper-qlmz/download/1920x1080" TargetMode="External"/><Relationship Id="rId7" Type="http://schemas.openxmlformats.org/officeDocument/2006/relationships/diagramColors" Target="../diagrams/colors4.xml"/><Relationship Id="rId2" Type="http://schemas.openxmlformats.org/officeDocument/2006/relationships/image" Target="../media/image22.jpg"/><Relationship Id="rId1" Type="http://schemas.openxmlformats.org/officeDocument/2006/relationships/slideLayout" Target="../slideLayouts/slideLayout7.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3.xml.rels><?xml version="1.0" encoding="UTF-8" standalone="yes"?>
<Relationships xmlns="http://schemas.openxmlformats.org/package/2006/relationships"><Relationship Id="rId8" Type="http://schemas.openxmlformats.org/officeDocument/2006/relationships/hyperlink" Target="https://courses.cs.umbc.edu/201/fall03/lectures/lec23/linkedlist.shtml?utm_source=chatgpt.com" TargetMode="External"/><Relationship Id="rId3" Type="http://schemas.openxmlformats.org/officeDocument/2006/relationships/image" Target="../media/image2.png"/><Relationship Id="rId7" Type="http://schemas.openxmlformats.org/officeDocument/2006/relationships/hyperlink" Target="https://www.classes.cs.uchicago.edu/current/14300-1/lectures/lec09_notes/?utm_source=chatgpt.com"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hyperlink" Target="https://web.stanford.edu/class/archive/cs/cs106b/cs106b.1242/lectures/20-lists2/?utm_source=chatgpt.com" TargetMode="External"/><Relationship Id="rId5" Type="http://schemas.openxmlformats.org/officeDocument/2006/relationships/hyperlink" Target="https://www.geeksforgeeks.org/c/c-program-to-implement-singly-linked-list" TargetMode="External"/><Relationship Id="rId10" Type="http://schemas.openxmlformats.org/officeDocument/2006/relationships/hyperlink" Target="https://courses.engr.illinois.edu/ece220/sp2024/lectures/itabrah2/Lec17_0321.pdf?utm_source=chatgpt.com" TargetMode="External"/><Relationship Id="rId4" Type="http://schemas.openxmlformats.org/officeDocument/2006/relationships/image" Target="../media/image23.jpg"/><Relationship Id="rId9" Type="http://schemas.openxmlformats.org/officeDocument/2006/relationships/hyperlink" Target="https://viterbi-web.usc.edu/~adamchik/15-121/lectures/Linked%20Lists/linked%20lists.html?utm_source=chatgpt.com"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16DCFC9-6877-407C-8170-608FCB8E35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1" name="Rectangle 10">
              <a:extLst>
                <a:ext uri="{FF2B5EF4-FFF2-40B4-BE49-F238E27FC236}">
                  <a16:creationId xmlns:a16="http://schemas.microsoft.com/office/drawing/2014/main" id="{F7D8B73A-1349-4BA6-8F85-03A21ED56E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969ADA7C-B6B2-4FD7-AA5E-CC52AAE8CDBD}"/>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5" name="Picture 4">
            <a:extLst>
              <a:ext uri="{FF2B5EF4-FFF2-40B4-BE49-F238E27FC236}">
                <a16:creationId xmlns:a16="http://schemas.microsoft.com/office/drawing/2014/main" id="{33359576-07CB-BE62-D0E2-B3439C7F1358}"/>
              </a:ext>
            </a:extLst>
          </p:cNvPr>
          <p:cNvPicPr>
            <a:picLocks noChangeAspect="1"/>
          </p:cNvPicPr>
          <p:nvPr/>
        </p:nvPicPr>
        <p:blipFill>
          <a:blip r:embed="rId4">
            <a:alphaModFix/>
          </a:blip>
          <a:srcRect l="29"/>
          <a:stretch>
            <a:fillRect/>
          </a:stretch>
        </p:blipFill>
        <p:spPr>
          <a:xfrm>
            <a:off x="3611" y="10"/>
            <a:ext cx="12188389" cy="6857990"/>
          </a:xfrm>
          <a:prstGeom prst="rect">
            <a:avLst/>
          </a:prstGeom>
        </p:spPr>
      </p:pic>
      <p:grpSp>
        <p:nvGrpSpPr>
          <p:cNvPr id="14" name="Group 13">
            <a:extLst>
              <a:ext uri="{FF2B5EF4-FFF2-40B4-BE49-F238E27FC236}">
                <a16:creationId xmlns:a16="http://schemas.microsoft.com/office/drawing/2014/main" id="{89353FE7-0D03-4AD2-8B8A-60A06F6BDA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15" name="Round Diagonal Corner Rectangle 7">
              <a:extLst>
                <a:ext uri="{FF2B5EF4-FFF2-40B4-BE49-F238E27FC236}">
                  <a16:creationId xmlns:a16="http://schemas.microsoft.com/office/drawing/2014/main" id="{0C7A0320-FBCC-4F40-AF6E-CE65FFB3DA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550A26E4-02C9-4F83-A334-0920B8CCF28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17" name="Freeform 32">
                <a:extLst>
                  <a:ext uri="{FF2B5EF4-FFF2-40B4-BE49-F238E27FC236}">
                    <a16:creationId xmlns:a16="http://schemas.microsoft.com/office/drawing/2014/main" id="{06617CD6-4185-402B-8E23-BC527805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18" name="Freeform 33">
                <a:extLst>
                  <a:ext uri="{FF2B5EF4-FFF2-40B4-BE49-F238E27FC236}">
                    <a16:creationId xmlns:a16="http://schemas.microsoft.com/office/drawing/2014/main" id="{2C305CC9-3511-47F4-BF11-BC635C30C9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19" name="Freeform 34">
                <a:extLst>
                  <a:ext uri="{FF2B5EF4-FFF2-40B4-BE49-F238E27FC236}">
                    <a16:creationId xmlns:a16="http://schemas.microsoft.com/office/drawing/2014/main" id="{5C70C5D1-31E4-48B9-AEB6-6460A2B81F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20" name="Freeform 37">
                <a:extLst>
                  <a:ext uri="{FF2B5EF4-FFF2-40B4-BE49-F238E27FC236}">
                    <a16:creationId xmlns:a16="http://schemas.microsoft.com/office/drawing/2014/main" id="{1F033CE1-D380-43F1-81EC-97B6C86F3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21" name="Freeform 35">
                <a:extLst>
                  <a:ext uri="{FF2B5EF4-FFF2-40B4-BE49-F238E27FC236}">
                    <a16:creationId xmlns:a16="http://schemas.microsoft.com/office/drawing/2014/main" id="{6997F95D-DC27-48A3-850A-2308C3C080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22" name="Freeform 36">
                <a:extLst>
                  <a:ext uri="{FF2B5EF4-FFF2-40B4-BE49-F238E27FC236}">
                    <a16:creationId xmlns:a16="http://schemas.microsoft.com/office/drawing/2014/main" id="{569AE469-76B7-4FFE-B68B-0D7A77413F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23" name="Freeform 38">
                <a:extLst>
                  <a:ext uri="{FF2B5EF4-FFF2-40B4-BE49-F238E27FC236}">
                    <a16:creationId xmlns:a16="http://schemas.microsoft.com/office/drawing/2014/main" id="{DD99CF64-0E82-4D1A-BD2A-08942182F4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24" name="Freeform 39">
                <a:extLst>
                  <a:ext uri="{FF2B5EF4-FFF2-40B4-BE49-F238E27FC236}">
                    <a16:creationId xmlns:a16="http://schemas.microsoft.com/office/drawing/2014/main" id="{98C12D33-1747-4B24-89ED-F441AE4A0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25" name="Freeform 40">
                <a:extLst>
                  <a:ext uri="{FF2B5EF4-FFF2-40B4-BE49-F238E27FC236}">
                    <a16:creationId xmlns:a16="http://schemas.microsoft.com/office/drawing/2014/main" id="{A60200CC-BAEC-4310-8C9B-F7BB783E98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26" name="Rectangle 41">
                <a:extLst>
                  <a:ext uri="{FF2B5EF4-FFF2-40B4-BE49-F238E27FC236}">
                    <a16:creationId xmlns:a16="http://schemas.microsoft.com/office/drawing/2014/main" id="{2A7F40BF-B0BE-4B09-87EE-F56632B7ED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27" name="Freeform 32">
                <a:extLst>
                  <a:ext uri="{FF2B5EF4-FFF2-40B4-BE49-F238E27FC236}">
                    <a16:creationId xmlns:a16="http://schemas.microsoft.com/office/drawing/2014/main" id="{353978AF-8FB9-4A61-A2EA-1995A14F3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28" name="Freeform 33">
                <a:extLst>
                  <a:ext uri="{FF2B5EF4-FFF2-40B4-BE49-F238E27FC236}">
                    <a16:creationId xmlns:a16="http://schemas.microsoft.com/office/drawing/2014/main" id="{B20F89C3-4BAD-42AA-8D31-6F6DF17FE9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29" name="Freeform 34">
                <a:extLst>
                  <a:ext uri="{FF2B5EF4-FFF2-40B4-BE49-F238E27FC236}">
                    <a16:creationId xmlns:a16="http://schemas.microsoft.com/office/drawing/2014/main" id="{A60FE276-3FF2-4622-BF99-D4E4B249E5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30" name="Freeform 37">
                <a:extLst>
                  <a:ext uri="{FF2B5EF4-FFF2-40B4-BE49-F238E27FC236}">
                    <a16:creationId xmlns:a16="http://schemas.microsoft.com/office/drawing/2014/main" id="{B05A0D3F-808B-48D6-A821-1FE9E86E8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31" name="Freeform 35">
                <a:extLst>
                  <a:ext uri="{FF2B5EF4-FFF2-40B4-BE49-F238E27FC236}">
                    <a16:creationId xmlns:a16="http://schemas.microsoft.com/office/drawing/2014/main" id="{69F7D438-BAA0-4DAD-9BC5-198B677A7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32" name="Freeform 36">
                <a:extLst>
                  <a:ext uri="{FF2B5EF4-FFF2-40B4-BE49-F238E27FC236}">
                    <a16:creationId xmlns:a16="http://schemas.microsoft.com/office/drawing/2014/main" id="{EC63B186-43B8-4552-AFDB-A544240A7C5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33" name="Freeform 38">
                <a:extLst>
                  <a:ext uri="{FF2B5EF4-FFF2-40B4-BE49-F238E27FC236}">
                    <a16:creationId xmlns:a16="http://schemas.microsoft.com/office/drawing/2014/main" id="{8542E82D-01AD-4BD8-8C5F-A6CDAD039B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34" name="Freeform 39">
                <a:extLst>
                  <a:ext uri="{FF2B5EF4-FFF2-40B4-BE49-F238E27FC236}">
                    <a16:creationId xmlns:a16="http://schemas.microsoft.com/office/drawing/2014/main" id="{6285CF32-2BD3-47D0-9A6C-3EE7FD639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35" name="Freeform 40">
                <a:extLst>
                  <a:ext uri="{FF2B5EF4-FFF2-40B4-BE49-F238E27FC236}">
                    <a16:creationId xmlns:a16="http://schemas.microsoft.com/office/drawing/2014/main" id="{FA36D129-7B33-4379-B9EE-5624B95766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sp>
            <p:nvSpPr>
              <p:cNvPr id="36" name="Rectangle 41">
                <a:extLst>
                  <a:ext uri="{FF2B5EF4-FFF2-40B4-BE49-F238E27FC236}">
                    <a16:creationId xmlns:a16="http://schemas.microsoft.com/office/drawing/2014/main" id="{0229A187-4E69-4262-B001-C5F0B55225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ZA"/>
              </a:p>
            </p:txBody>
          </p:sp>
        </p:grpSp>
      </p:grpSp>
      <p:sp>
        <p:nvSpPr>
          <p:cNvPr id="2" name="Title 1">
            <a:extLst>
              <a:ext uri="{FF2B5EF4-FFF2-40B4-BE49-F238E27FC236}">
                <a16:creationId xmlns:a16="http://schemas.microsoft.com/office/drawing/2014/main" id="{A6C89C90-545E-75F1-1BC4-3AB6FEC88706}"/>
              </a:ext>
            </a:extLst>
          </p:cNvPr>
          <p:cNvSpPr>
            <a:spLocks noGrp="1"/>
          </p:cNvSpPr>
          <p:nvPr>
            <p:ph type="ctrTitle"/>
          </p:nvPr>
        </p:nvSpPr>
        <p:spPr>
          <a:xfrm>
            <a:off x="2667000" y="2328334"/>
            <a:ext cx="6858000" cy="1367896"/>
          </a:xfrm>
        </p:spPr>
        <p:txBody>
          <a:bodyPr>
            <a:normAutofit/>
          </a:bodyPr>
          <a:lstStyle/>
          <a:p>
            <a:pPr algn="ctr"/>
            <a:r>
              <a:rPr lang="en-US" sz="4400"/>
              <a:t>Linked Lists: Insertion &amp; Deletion</a:t>
            </a:r>
            <a:endParaRPr lang="en-ZA" sz="4400"/>
          </a:p>
        </p:txBody>
      </p:sp>
      <p:sp>
        <p:nvSpPr>
          <p:cNvPr id="3" name="Subtitle 2">
            <a:extLst>
              <a:ext uri="{FF2B5EF4-FFF2-40B4-BE49-F238E27FC236}">
                <a16:creationId xmlns:a16="http://schemas.microsoft.com/office/drawing/2014/main" id="{B5B9384D-B8E4-F084-9D74-00429894445B}"/>
              </a:ext>
            </a:extLst>
          </p:cNvPr>
          <p:cNvSpPr>
            <a:spLocks noGrp="1"/>
          </p:cNvSpPr>
          <p:nvPr>
            <p:ph type="subTitle" idx="1"/>
          </p:nvPr>
        </p:nvSpPr>
        <p:spPr>
          <a:xfrm>
            <a:off x="2667001" y="3602038"/>
            <a:ext cx="6857999" cy="953029"/>
          </a:xfrm>
        </p:spPr>
        <p:txBody>
          <a:bodyPr>
            <a:normAutofit/>
          </a:bodyPr>
          <a:lstStyle/>
          <a:p>
            <a:pPr algn="ctr"/>
            <a:r>
              <a:rPr lang="en-US" dirty="0" err="1"/>
              <a:t>NullEntity</a:t>
            </a:r>
            <a:endParaRPr lang="en-US" dirty="0"/>
          </a:p>
          <a:p>
            <a:pPr algn="ctr"/>
            <a:endParaRPr lang="en-ZA" dirty="0"/>
          </a:p>
        </p:txBody>
      </p:sp>
    </p:spTree>
    <p:extLst>
      <p:ext uri="{BB962C8B-B14F-4D97-AF65-F5344CB8AC3E}">
        <p14:creationId xmlns:p14="http://schemas.microsoft.com/office/powerpoint/2010/main" val="1172302698"/>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97" name="Picture 2">
            <a:extLst>
              <a:ext uri="{FF2B5EF4-FFF2-40B4-BE49-F238E27FC236}">
                <a16:creationId xmlns:a16="http://schemas.microsoft.com/office/drawing/2014/main" id="{59FACE42-44B0-4185-8ED4-9043A78C86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nvGrpSpPr>
          <p:cNvPr id="99" name="Group 98">
            <a:extLst>
              <a:ext uri="{FF2B5EF4-FFF2-40B4-BE49-F238E27FC236}">
                <a16:creationId xmlns:a16="http://schemas.microsoft.com/office/drawing/2014/main" id="{A838DBA2-246D-4087-AE0A-6EA2B4B65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00" name="Group 99">
              <a:extLst>
                <a:ext uri="{FF2B5EF4-FFF2-40B4-BE49-F238E27FC236}">
                  <a16:creationId xmlns:a16="http://schemas.microsoft.com/office/drawing/2014/main" id="{B4406F95-9579-494D-BE1E-A012A7F4CB3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12" name="Rectangle 5">
                <a:extLst>
                  <a:ext uri="{FF2B5EF4-FFF2-40B4-BE49-F238E27FC236}">
                    <a16:creationId xmlns:a16="http://schemas.microsoft.com/office/drawing/2014/main" id="{4C8D671A-5C73-44CA-B6D0-7F3BC195BA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ZA"/>
              </a:p>
            </p:txBody>
          </p:sp>
          <p:sp>
            <p:nvSpPr>
              <p:cNvPr id="113" name="Freeform 6">
                <a:extLst>
                  <a:ext uri="{FF2B5EF4-FFF2-40B4-BE49-F238E27FC236}">
                    <a16:creationId xmlns:a16="http://schemas.microsoft.com/office/drawing/2014/main" id="{F0DB3AC8-B5AD-4004-B0B9-74B58BECA0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14" name="Freeform 7">
                <a:extLst>
                  <a:ext uri="{FF2B5EF4-FFF2-40B4-BE49-F238E27FC236}">
                    <a16:creationId xmlns:a16="http://schemas.microsoft.com/office/drawing/2014/main" id="{F3B2C8F3-E236-45B2-B2E1-8460F8FD6D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15" name="Freeform 8">
                <a:extLst>
                  <a:ext uri="{FF2B5EF4-FFF2-40B4-BE49-F238E27FC236}">
                    <a16:creationId xmlns:a16="http://schemas.microsoft.com/office/drawing/2014/main" id="{761EE3AC-0BC2-4A29-AD58-5CB0EEFF9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16" name="Freeform 9">
                <a:extLst>
                  <a:ext uri="{FF2B5EF4-FFF2-40B4-BE49-F238E27FC236}">
                    <a16:creationId xmlns:a16="http://schemas.microsoft.com/office/drawing/2014/main" id="{38DC43BE-83DD-43F3-A21F-9B58B1074F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17" name="Freeform 10">
                <a:extLst>
                  <a:ext uri="{FF2B5EF4-FFF2-40B4-BE49-F238E27FC236}">
                    <a16:creationId xmlns:a16="http://schemas.microsoft.com/office/drawing/2014/main" id="{112583CE-53E8-48F6-9F71-25A32BFD6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18" name="Freeform 11">
                <a:extLst>
                  <a:ext uri="{FF2B5EF4-FFF2-40B4-BE49-F238E27FC236}">
                    <a16:creationId xmlns:a16="http://schemas.microsoft.com/office/drawing/2014/main" id="{229A7966-2C4F-4334-8FB7-08521F984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19" name="Freeform 12">
                <a:extLst>
                  <a:ext uri="{FF2B5EF4-FFF2-40B4-BE49-F238E27FC236}">
                    <a16:creationId xmlns:a16="http://schemas.microsoft.com/office/drawing/2014/main" id="{656FCF6A-DF5B-42AA-83C4-22CD7B994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20" name="Freeform 13">
                <a:extLst>
                  <a:ext uri="{FF2B5EF4-FFF2-40B4-BE49-F238E27FC236}">
                    <a16:creationId xmlns:a16="http://schemas.microsoft.com/office/drawing/2014/main" id="{E908B3EE-F31D-4E8D-BF3C-71F5B35F02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21" name="Freeform 14">
                <a:extLst>
                  <a:ext uri="{FF2B5EF4-FFF2-40B4-BE49-F238E27FC236}">
                    <a16:creationId xmlns:a16="http://schemas.microsoft.com/office/drawing/2014/main" id="{DA9F96D7-B42C-4F80-8F26-72388FE0C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22" name="Freeform 15">
                <a:extLst>
                  <a:ext uri="{FF2B5EF4-FFF2-40B4-BE49-F238E27FC236}">
                    <a16:creationId xmlns:a16="http://schemas.microsoft.com/office/drawing/2014/main" id="{5C9D5861-5A45-408A-A25E-61ED661AD7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23" name="Line 16">
                <a:extLst>
                  <a:ext uri="{FF2B5EF4-FFF2-40B4-BE49-F238E27FC236}">
                    <a16:creationId xmlns:a16="http://schemas.microsoft.com/office/drawing/2014/main" id="{DEEF5DD7-13B2-4CBB-A1AE-193A618B0F0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ZA"/>
              </a:p>
            </p:txBody>
          </p:sp>
          <p:sp>
            <p:nvSpPr>
              <p:cNvPr id="124" name="Freeform 17">
                <a:extLst>
                  <a:ext uri="{FF2B5EF4-FFF2-40B4-BE49-F238E27FC236}">
                    <a16:creationId xmlns:a16="http://schemas.microsoft.com/office/drawing/2014/main" id="{3D896DDA-5AD2-4360-9E65-A79213105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25" name="Freeform 18">
                <a:extLst>
                  <a:ext uri="{FF2B5EF4-FFF2-40B4-BE49-F238E27FC236}">
                    <a16:creationId xmlns:a16="http://schemas.microsoft.com/office/drawing/2014/main" id="{C088F3B1-D893-4078-8EAE-6A3776F67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26" name="Freeform 19">
                <a:extLst>
                  <a:ext uri="{FF2B5EF4-FFF2-40B4-BE49-F238E27FC236}">
                    <a16:creationId xmlns:a16="http://schemas.microsoft.com/office/drawing/2014/main" id="{23CCB367-42E1-4DEF-BABD-7457EB9F2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27" name="Freeform 20">
                <a:extLst>
                  <a:ext uri="{FF2B5EF4-FFF2-40B4-BE49-F238E27FC236}">
                    <a16:creationId xmlns:a16="http://schemas.microsoft.com/office/drawing/2014/main" id="{BAFD46CE-CD21-4C8E-8ACE-B1A0B74A90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28" name="Rectangle 21">
                <a:extLst>
                  <a:ext uri="{FF2B5EF4-FFF2-40B4-BE49-F238E27FC236}">
                    <a16:creationId xmlns:a16="http://schemas.microsoft.com/office/drawing/2014/main" id="{23980A26-1FFF-4434-A77C-C5A1C96A54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ZA"/>
              </a:p>
            </p:txBody>
          </p:sp>
          <p:sp>
            <p:nvSpPr>
              <p:cNvPr id="129" name="Freeform 22">
                <a:extLst>
                  <a:ext uri="{FF2B5EF4-FFF2-40B4-BE49-F238E27FC236}">
                    <a16:creationId xmlns:a16="http://schemas.microsoft.com/office/drawing/2014/main" id="{AE64C1E5-E917-4222-8080-3EF831FB4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30" name="Freeform 23">
                <a:extLst>
                  <a:ext uri="{FF2B5EF4-FFF2-40B4-BE49-F238E27FC236}">
                    <a16:creationId xmlns:a16="http://schemas.microsoft.com/office/drawing/2014/main" id="{D4D42DE6-99E5-4D28-834E-6601A7DD93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31" name="Freeform 24">
                <a:extLst>
                  <a:ext uri="{FF2B5EF4-FFF2-40B4-BE49-F238E27FC236}">
                    <a16:creationId xmlns:a16="http://schemas.microsoft.com/office/drawing/2014/main" id="{194304B3-4C44-49E0-A677-19E2DA8CC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32" name="Freeform 25">
                <a:extLst>
                  <a:ext uri="{FF2B5EF4-FFF2-40B4-BE49-F238E27FC236}">
                    <a16:creationId xmlns:a16="http://schemas.microsoft.com/office/drawing/2014/main" id="{C726387F-F77D-4FB6-A177-1DC6115E8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33" name="Freeform 26">
                <a:extLst>
                  <a:ext uri="{FF2B5EF4-FFF2-40B4-BE49-F238E27FC236}">
                    <a16:creationId xmlns:a16="http://schemas.microsoft.com/office/drawing/2014/main" id="{2F09766D-0653-4646-BA37-8FC23294B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34" name="Freeform 27">
                <a:extLst>
                  <a:ext uri="{FF2B5EF4-FFF2-40B4-BE49-F238E27FC236}">
                    <a16:creationId xmlns:a16="http://schemas.microsoft.com/office/drawing/2014/main" id="{F50D9867-C9E0-462B-894F-B2F97E26A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35" name="Freeform 28">
                <a:extLst>
                  <a:ext uri="{FF2B5EF4-FFF2-40B4-BE49-F238E27FC236}">
                    <a16:creationId xmlns:a16="http://schemas.microsoft.com/office/drawing/2014/main" id="{44179987-9B3B-4BC1-9BDA-EC9F30A379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36" name="Freeform 29">
                <a:extLst>
                  <a:ext uri="{FF2B5EF4-FFF2-40B4-BE49-F238E27FC236}">
                    <a16:creationId xmlns:a16="http://schemas.microsoft.com/office/drawing/2014/main" id="{EF0E5480-8C2D-4FFE-9357-938DF0642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37" name="Freeform 30">
                <a:extLst>
                  <a:ext uri="{FF2B5EF4-FFF2-40B4-BE49-F238E27FC236}">
                    <a16:creationId xmlns:a16="http://schemas.microsoft.com/office/drawing/2014/main" id="{FDAC2F76-95E6-4EE4-8A26-47CDAE5C6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38" name="Freeform 31">
                <a:extLst>
                  <a:ext uri="{FF2B5EF4-FFF2-40B4-BE49-F238E27FC236}">
                    <a16:creationId xmlns:a16="http://schemas.microsoft.com/office/drawing/2014/main" id="{249EB4AA-5D5B-4A3A-9F2D-6E4EDF2046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grpSp>
        <p:grpSp>
          <p:nvGrpSpPr>
            <p:cNvPr id="101" name="Group 100">
              <a:extLst>
                <a:ext uri="{FF2B5EF4-FFF2-40B4-BE49-F238E27FC236}">
                  <a16:creationId xmlns:a16="http://schemas.microsoft.com/office/drawing/2014/main" id="{375D3DC5-0B19-4EA9-A350-6218AC28CD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02" name="Freeform 32">
                <a:extLst>
                  <a:ext uri="{FF2B5EF4-FFF2-40B4-BE49-F238E27FC236}">
                    <a16:creationId xmlns:a16="http://schemas.microsoft.com/office/drawing/2014/main" id="{86B5A458-9418-4EDA-9B6F-E4754ABA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03" name="Freeform 33">
                <a:extLst>
                  <a:ext uri="{FF2B5EF4-FFF2-40B4-BE49-F238E27FC236}">
                    <a16:creationId xmlns:a16="http://schemas.microsoft.com/office/drawing/2014/main" id="{6307D20D-BE6F-4BFD-8A35-230A01AD72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04" name="Freeform 34">
                <a:extLst>
                  <a:ext uri="{FF2B5EF4-FFF2-40B4-BE49-F238E27FC236}">
                    <a16:creationId xmlns:a16="http://schemas.microsoft.com/office/drawing/2014/main" id="{37A04039-8217-4B7F-8F43-4039DF087D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05" name="Freeform 35">
                <a:extLst>
                  <a:ext uri="{FF2B5EF4-FFF2-40B4-BE49-F238E27FC236}">
                    <a16:creationId xmlns:a16="http://schemas.microsoft.com/office/drawing/2014/main" id="{CA6CE641-5DEB-4A06-B9C3-B726A334C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06" name="Freeform 36">
                <a:extLst>
                  <a:ext uri="{FF2B5EF4-FFF2-40B4-BE49-F238E27FC236}">
                    <a16:creationId xmlns:a16="http://schemas.microsoft.com/office/drawing/2014/main" id="{D08C7C1C-DF39-4479-94BD-47E71DE422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07" name="Freeform 37">
                <a:extLst>
                  <a:ext uri="{FF2B5EF4-FFF2-40B4-BE49-F238E27FC236}">
                    <a16:creationId xmlns:a16="http://schemas.microsoft.com/office/drawing/2014/main" id="{27C5EAA7-E449-48C0-9B14-E677E6ECF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08" name="Freeform 38">
                <a:extLst>
                  <a:ext uri="{FF2B5EF4-FFF2-40B4-BE49-F238E27FC236}">
                    <a16:creationId xmlns:a16="http://schemas.microsoft.com/office/drawing/2014/main" id="{AA6A8A39-39D4-41FE-9974-CB46106A73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09" name="Freeform 39">
                <a:extLst>
                  <a:ext uri="{FF2B5EF4-FFF2-40B4-BE49-F238E27FC236}">
                    <a16:creationId xmlns:a16="http://schemas.microsoft.com/office/drawing/2014/main" id="{433C6D82-AE91-4A0C-97C6-34399C908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10" name="Freeform 40">
                <a:extLst>
                  <a:ext uri="{FF2B5EF4-FFF2-40B4-BE49-F238E27FC236}">
                    <a16:creationId xmlns:a16="http://schemas.microsoft.com/office/drawing/2014/main" id="{D4C06E36-D233-423A-BC95-5B4D5BE35C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ZA"/>
              </a:p>
            </p:txBody>
          </p:sp>
          <p:sp>
            <p:nvSpPr>
              <p:cNvPr id="111" name="Rectangle 41">
                <a:extLst>
                  <a:ext uri="{FF2B5EF4-FFF2-40B4-BE49-F238E27FC236}">
                    <a16:creationId xmlns:a16="http://schemas.microsoft.com/office/drawing/2014/main" id="{E1B0EEC1-CF7A-4761-B477-941DB41A83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ZA"/>
              </a:p>
            </p:txBody>
          </p:sp>
        </p:grpSp>
      </p:grpSp>
      <p:grpSp>
        <p:nvGrpSpPr>
          <p:cNvPr id="140" name="Group 139">
            <a:extLst>
              <a:ext uri="{FF2B5EF4-FFF2-40B4-BE49-F238E27FC236}">
                <a16:creationId xmlns:a16="http://schemas.microsoft.com/office/drawing/2014/main" id="{2AA951EB-D92C-4664-B069-0950B110D7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41" name="Rectangle 140">
              <a:extLst>
                <a:ext uri="{FF2B5EF4-FFF2-40B4-BE49-F238E27FC236}">
                  <a16:creationId xmlns:a16="http://schemas.microsoft.com/office/drawing/2014/main" id="{D2557383-0505-41A8-8790-0DC743315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2" name="Picture 2">
              <a:extLst>
                <a:ext uri="{FF2B5EF4-FFF2-40B4-BE49-F238E27FC236}">
                  <a16:creationId xmlns:a16="http://schemas.microsoft.com/office/drawing/2014/main" id="{B8F446A7-2D9D-4B2C-B5AA-76C5130599ED}"/>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pic>
        <p:nvPicPr>
          <p:cNvPr id="9" name="Picture 8">
            <a:extLst>
              <a:ext uri="{FF2B5EF4-FFF2-40B4-BE49-F238E27FC236}">
                <a16:creationId xmlns:a16="http://schemas.microsoft.com/office/drawing/2014/main" id="{B8838EBE-F9FC-D025-9E1A-A636E876DFA3}"/>
              </a:ext>
            </a:extLst>
          </p:cNvPr>
          <p:cNvPicPr>
            <a:picLocks noChangeAspect="1"/>
          </p:cNvPicPr>
          <p:nvPr/>
        </p:nvPicPr>
        <p:blipFill>
          <a:blip r:embed="rId4">
            <a:alphaModFix amt="30000"/>
          </a:blip>
          <a:srcRect t="21447" b="3531"/>
          <a:stretch>
            <a:fillRect/>
          </a:stretch>
        </p:blipFill>
        <p:spPr>
          <a:xfrm>
            <a:off x="20" y="10"/>
            <a:ext cx="12188369" cy="6857990"/>
          </a:xfrm>
          <a:prstGeom prst="rect">
            <a:avLst/>
          </a:prstGeom>
        </p:spPr>
      </p:pic>
      <p:grpSp>
        <p:nvGrpSpPr>
          <p:cNvPr id="144" name="Group 143">
            <a:extLst>
              <a:ext uri="{FF2B5EF4-FFF2-40B4-BE49-F238E27FC236}">
                <a16:creationId xmlns:a16="http://schemas.microsoft.com/office/drawing/2014/main" id="{50A7EA83-60DF-47D8-8538-E7F234A4C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11455400" cy="6848476"/>
            <a:chOff x="372533" y="0"/>
            <a:chExt cx="11455400" cy="6848476"/>
          </a:xfrm>
        </p:grpSpPr>
        <p:sp>
          <p:nvSpPr>
            <p:cNvPr id="145" name="Round Diagonal Corner Rectangle 7">
              <a:extLst>
                <a:ext uri="{FF2B5EF4-FFF2-40B4-BE49-F238E27FC236}">
                  <a16:creationId xmlns:a16="http://schemas.microsoft.com/office/drawing/2014/main" id="{0DC32959-063F-42FB-843F-52AAB4D977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46" name="Group 145">
              <a:extLst>
                <a:ext uri="{FF2B5EF4-FFF2-40B4-BE49-F238E27FC236}">
                  <a16:creationId xmlns:a16="http://schemas.microsoft.com/office/drawing/2014/main" id="{9C6FF904-2A08-4D6F-8769-74E7588134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66" name="Freeform 32">
                <a:extLst>
                  <a:ext uri="{FF2B5EF4-FFF2-40B4-BE49-F238E27FC236}">
                    <a16:creationId xmlns:a16="http://schemas.microsoft.com/office/drawing/2014/main" id="{9FBE49E1-F6C4-45A4-B0B3-ABB68B022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ZA"/>
              </a:p>
            </p:txBody>
          </p:sp>
          <p:sp>
            <p:nvSpPr>
              <p:cNvPr id="167" name="Freeform 33">
                <a:extLst>
                  <a:ext uri="{FF2B5EF4-FFF2-40B4-BE49-F238E27FC236}">
                    <a16:creationId xmlns:a16="http://schemas.microsoft.com/office/drawing/2014/main" id="{D39886E8-0D84-4623-BC00-2555D501A4E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ZA"/>
              </a:p>
            </p:txBody>
          </p:sp>
          <p:sp>
            <p:nvSpPr>
              <p:cNvPr id="168" name="Freeform 34">
                <a:extLst>
                  <a:ext uri="{FF2B5EF4-FFF2-40B4-BE49-F238E27FC236}">
                    <a16:creationId xmlns:a16="http://schemas.microsoft.com/office/drawing/2014/main" id="{59A74DD0-E79B-42CF-8259-302698BEDAA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ZA"/>
              </a:p>
            </p:txBody>
          </p:sp>
          <p:sp>
            <p:nvSpPr>
              <p:cNvPr id="169" name="Freeform 37">
                <a:extLst>
                  <a:ext uri="{FF2B5EF4-FFF2-40B4-BE49-F238E27FC236}">
                    <a16:creationId xmlns:a16="http://schemas.microsoft.com/office/drawing/2014/main" id="{05B199AD-0A48-4DC8-88CC-94C4785A0C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ZA"/>
              </a:p>
            </p:txBody>
          </p:sp>
        </p:grpSp>
        <p:grpSp>
          <p:nvGrpSpPr>
            <p:cNvPr id="147" name="Group 146">
              <a:extLst>
                <a:ext uri="{FF2B5EF4-FFF2-40B4-BE49-F238E27FC236}">
                  <a16:creationId xmlns:a16="http://schemas.microsoft.com/office/drawing/2014/main" id="{BA03D0AA-6A09-4988-865E-1B81E12A79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60" name="Freeform 35">
                <a:extLst>
                  <a:ext uri="{FF2B5EF4-FFF2-40B4-BE49-F238E27FC236}">
                    <a16:creationId xmlns:a16="http://schemas.microsoft.com/office/drawing/2014/main" id="{CECCFA67-5EE1-4E33-B37D-0CA218F408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ZA"/>
              </a:p>
            </p:txBody>
          </p:sp>
          <p:sp>
            <p:nvSpPr>
              <p:cNvPr id="161" name="Freeform 36">
                <a:extLst>
                  <a:ext uri="{FF2B5EF4-FFF2-40B4-BE49-F238E27FC236}">
                    <a16:creationId xmlns:a16="http://schemas.microsoft.com/office/drawing/2014/main" id="{F1209146-A913-4EF8-BCA5-A83DC7A739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ZA"/>
              </a:p>
            </p:txBody>
          </p:sp>
          <p:sp>
            <p:nvSpPr>
              <p:cNvPr id="162" name="Freeform 38">
                <a:extLst>
                  <a:ext uri="{FF2B5EF4-FFF2-40B4-BE49-F238E27FC236}">
                    <a16:creationId xmlns:a16="http://schemas.microsoft.com/office/drawing/2014/main" id="{3DE05473-6F85-4F71-A427-16CF0153C7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ZA"/>
              </a:p>
            </p:txBody>
          </p:sp>
          <p:sp>
            <p:nvSpPr>
              <p:cNvPr id="163" name="Freeform 39">
                <a:extLst>
                  <a:ext uri="{FF2B5EF4-FFF2-40B4-BE49-F238E27FC236}">
                    <a16:creationId xmlns:a16="http://schemas.microsoft.com/office/drawing/2014/main" id="{776EEC7D-F65A-4975-B6B2-513ACD261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ZA"/>
              </a:p>
            </p:txBody>
          </p:sp>
          <p:sp>
            <p:nvSpPr>
              <p:cNvPr id="164" name="Freeform 40">
                <a:extLst>
                  <a:ext uri="{FF2B5EF4-FFF2-40B4-BE49-F238E27FC236}">
                    <a16:creationId xmlns:a16="http://schemas.microsoft.com/office/drawing/2014/main" id="{EA7CA1B7-0ED5-4B2A-98A3-D61C15D1AC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ZA"/>
              </a:p>
            </p:txBody>
          </p:sp>
          <p:sp>
            <p:nvSpPr>
              <p:cNvPr id="165" name="Rectangle 41">
                <a:extLst>
                  <a:ext uri="{FF2B5EF4-FFF2-40B4-BE49-F238E27FC236}">
                    <a16:creationId xmlns:a16="http://schemas.microsoft.com/office/drawing/2014/main" id="{EA468C46-CB87-41D5-9F0B-30856462DEB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ZA"/>
              </a:p>
            </p:txBody>
          </p:sp>
        </p:grpSp>
        <p:grpSp>
          <p:nvGrpSpPr>
            <p:cNvPr id="148" name="Group 147">
              <a:extLst>
                <a:ext uri="{FF2B5EF4-FFF2-40B4-BE49-F238E27FC236}">
                  <a16:creationId xmlns:a16="http://schemas.microsoft.com/office/drawing/2014/main" id="{4E1A157C-0B8F-4815-A4A3-CEB9BBE154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56" name="Freeform 32">
                <a:extLst>
                  <a:ext uri="{FF2B5EF4-FFF2-40B4-BE49-F238E27FC236}">
                    <a16:creationId xmlns:a16="http://schemas.microsoft.com/office/drawing/2014/main" id="{AC4D2E9F-A2BA-4174-9218-63B014F3BC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ZA"/>
              </a:p>
            </p:txBody>
          </p:sp>
          <p:sp>
            <p:nvSpPr>
              <p:cNvPr id="157" name="Freeform 33">
                <a:extLst>
                  <a:ext uri="{FF2B5EF4-FFF2-40B4-BE49-F238E27FC236}">
                    <a16:creationId xmlns:a16="http://schemas.microsoft.com/office/drawing/2014/main" id="{77BC491E-B056-4EFC-ABB3-FCCF5B8325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ZA"/>
              </a:p>
            </p:txBody>
          </p:sp>
          <p:sp>
            <p:nvSpPr>
              <p:cNvPr id="158" name="Freeform 34">
                <a:extLst>
                  <a:ext uri="{FF2B5EF4-FFF2-40B4-BE49-F238E27FC236}">
                    <a16:creationId xmlns:a16="http://schemas.microsoft.com/office/drawing/2014/main" id="{60EE1C22-1980-4974-BD81-0C8CEAD99F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ZA"/>
              </a:p>
            </p:txBody>
          </p:sp>
          <p:sp>
            <p:nvSpPr>
              <p:cNvPr id="159" name="Freeform 37">
                <a:extLst>
                  <a:ext uri="{FF2B5EF4-FFF2-40B4-BE49-F238E27FC236}">
                    <a16:creationId xmlns:a16="http://schemas.microsoft.com/office/drawing/2014/main" id="{02B11C1B-8B44-46B1-B943-00DA0C03F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ZA"/>
              </a:p>
            </p:txBody>
          </p:sp>
        </p:grpSp>
        <p:grpSp>
          <p:nvGrpSpPr>
            <p:cNvPr id="149" name="Group 148">
              <a:extLst>
                <a:ext uri="{FF2B5EF4-FFF2-40B4-BE49-F238E27FC236}">
                  <a16:creationId xmlns:a16="http://schemas.microsoft.com/office/drawing/2014/main" id="{7EE8DAA8-BB59-46F4-BAE5-2DC25776F7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50" name="Freeform 35">
                <a:extLst>
                  <a:ext uri="{FF2B5EF4-FFF2-40B4-BE49-F238E27FC236}">
                    <a16:creationId xmlns:a16="http://schemas.microsoft.com/office/drawing/2014/main" id="{41642804-AFC4-4BFE-8F01-F6BE2BBD28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ZA"/>
              </a:p>
            </p:txBody>
          </p:sp>
          <p:sp>
            <p:nvSpPr>
              <p:cNvPr id="151" name="Freeform 36">
                <a:extLst>
                  <a:ext uri="{FF2B5EF4-FFF2-40B4-BE49-F238E27FC236}">
                    <a16:creationId xmlns:a16="http://schemas.microsoft.com/office/drawing/2014/main" id="{3B9DD864-D3B2-4ACE-AEA3-3637CAB0CA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ZA"/>
              </a:p>
            </p:txBody>
          </p:sp>
          <p:sp>
            <p:nvSpPr>
              <p:cNvPr id="152" name="Freeform 38">
                <a:extLst>
                  <a:ext uri="{FF2B5EF4-FFF2-40B4-BE49-F238E27FC236}">
                    <a16:creationId xmlns:a16="http://schemas.microsoft.com/office/drawing/2014/main" id="{246E3CE2-00AB-469A-9997-2248EF0DFC1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ZA"/>
              </a:p>
            </p:txBody>
          </p:sp>
          <p:sp>
            <p:nvSpPr>
              <p:cNvPr id="153" name="Freeform 39">
                <a:extLst>
                  <a:ext uri="{FF2B5EF4-FFF2-40B4-BE49-F238E27FC236}">
                    <a16:creationId xmlns:a16="http://schemas.microsoft.com/office/drawing/2014/main" id="{BD19BDA6-4E11-4BA7-A26A-285C707861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ZA"/>
              </a:p>
            </p:txBody>
          </p:sp>
          <p:sp>
            <p:nvSpPr>
              <p:cNvPr id="154" name="Freeform 40">
                <a:extLst>
                  <a:ext uri="{FF2B5EF4-FFF2-40B4-BE49-F238E27FC236}">
                    <a16:creationId xmlns:a16="http://schemas.microsoft.com/office/drawing/2014/main" id="{EBA7F036-DD38-4295-8985-3D1AB54657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ZA"/>
              </a:p>
            </p:txBody>
          </p:sp>
          <p:sp>
            <p:nvSpPr>
              <p:cNvPr id="155" name="Rectangle 41">
                <a:extLst>
                  <a:ext uri="{FF2B5EF4-FFF2-40B4-BE49-F238E27FC236}">
                    <a16:creationId xmlns:a16="http://schemas.microsoft.com/office/drawing/2014/main" id="{D3016A72-4E06-4D97-BA01-41DAE9A938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ZA"/>
              </a:p>
            </p:txBody>
          </p:sp>
        </p:grpSp>
      </p:grpSp>
      <p:sp>
        <p:nvSpPr>
          <p:cNvPr id="5" name="TextBox 4">
            <a:extLst>
              <a:ext uri="{FF2B5EF4-FFF2-40B4-BE49-F238E27FC236}">
                <a16:creationId xmlns:a16="http://schemas.microsoft.com/office/drawing/2014/main" id="{5AA018BC-17A4-ED60-228B-E3CCA6469911}"/>
              </a:ext>
            </a:extLst>
          </p:cNvPr>
          <p:cNvSpPr txBox="1"/>
          <p:nvPr/>
        </p:nvSpPr>
        <p:spPr>
          <a:xfrm>
            <a:off x="1143001" y="1007533"/>
            <a:ext cx="9905998" cy="1092200"/>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600" u="sng" cap="all" dirty="0">
                <a:latin typeface="+mj-lt"/>
                <a:ea typeface="+mj-ea"/>
                <a:cs typeface="+mj-cs"/>
              </a:rPr>
              <a:t>Contents</a:t>
            </a:r>
            <a:endParaRPr lang="en-US" sz="3600" cap="all" dirty="0">
              <a:latin typeface="+mj-lt"/>
              <a:ea typeface="+mj-ea"/>
              <a:cs typeface="+mj-cs"/>
            </a:endParaRPr>
          </a:p>
        </p:txBody>
      </p:sp>
      <p:graphicFrame>
        <p:nvGraphicFramePr>
          <p:cNvPr id="92" name="TextBox 6">
            <a:extLst>
              <a:ext uri="{FF2B5EF4-FFF2-40B4-BE49-F238E27FC236}">
                <a16:creationId xmlns:a16="http://schemas.microsoft.com/office/drawing/2014/main" id="{86EFF672-1A99-6FFF-04B7-4F4E7CC2E7B1}"/>
              </a:ext>
            </a:extLst>
          </p:cNvPr>
          <p:cNvGraphicFramePr/>
          <p:nvPr>
            <p:extLst>
              <p:ext uri="{D42A27DB-BD31-4B8C-83A1-F6EECF244321}">
                <p14:modId xmlns:p14="http://schemas.microsoft.com/office/powerpoint/2010/main" val="685255882"/>
              </p:ext>
            </p:extLst>
          </p:nvPr>
        </p:nvGraphicFramePr>
        <p:xfrm>
          <a:off x="1143001" y="2252134"/>
          <a:ext cx="9905999" cy="345439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196507288"/>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DFE82C-C916-5A37-20D4-4D2F52DFA013}"/>
              </a:ext>
            </a:extLst>
          </p:cNvPr>
          <p:cNvPicPr>
            <a:picLocks noChangeAspect="1"/>
          </p:cNvPicPr>
          <p:nvPr/>
        </p:nvPicPr>
        <p:blipFill>
          <a:blip r:embed="rId2">
            <a:alphaModFix/>
            <a:extLst>
              <a:ext uri="{837473B0-CC2E-450A-ABE3-18F120FF3D39}">
                <a1611:picAttrSrcUrl xmlns:a1611="http://schemas.microsoft.com/office/drawing/2016/11/main" r:id="rId3"/>
              </a:ext>
            </a:extLst>
          </a:blip>
          <a:srcRect l="5" r="5"/>
          <a:stretch/>
        </p:blipFill>
        <p:spPr>
          <a:xfrm>
            <a:off x="3611" y="10"/>
            <a:ext cx="12188389" cy="6857990"/>
          </a:xfrm>
          <a:prstGeom prst="rect">
            <a:avLst/>
          </a:prstGeom>
        </p:spPr>
      </p:pic>
      <p:sp>
        <p:nvSpPr>
          <p:cNvPr id="2" name="TextBox 1">
            <a:extLst>
              <a:ext uri="{FF2B5EF4-FFF2-40B4-BE49-F238E27FC236}">
                <a16:creationId xmlns:a16="http://schemas.microsoft.com/office/drawing/2014/main" id="{E0824D73-853C-B888-5ED9-C3AEC8B43209}"/>
              </a:ext>
            </a:extLst>
          </p:cNvPr>
          <p:cNvSpPr txBox="1"/>
          <p:nvPr/>
        </p:nvSpPr>
        <p:spPr>
          <a:xfrm>
            <a:off x="1143001" y="1007533"/>
            <a:ext cx="9905998" cy="1092200"/>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600" u="sng" cap="all">
                <a:latin typeface="+mj-lt"/>
                <a:ea typeface="+mj-ea"/>
                <a:cs typeface="+mj-cs"/>
              </a:rPr>
              <a:t>What is a Linked List</a:t>
            </a:r>
          </a:p>
        </p:txBody>
      </p:sp>
      <p:sp>
        <p:nvSpPr>
          <p:cNvPr id="3" name="TextBox 2">
            <a:extLst>
              <a:ext uri="{FF2B5EF4-FFF2-40B4-BE49-F238E27FC236}">
                <a16:creationId xmlns:a16="http://schemas.microsoft.com/office/drawing/2014/main" id="{BB9E53C7-096B-6AC6-CF22-FA6A0629B1F1}"/>
              </a:ext>
            </a:extLst>
          </p:cNvPr>
          <p:cNvSpPr txBox="1"/>
          <p:nvPr/>
        </p:nvSpPr>
        <p:spPr>
          <a:xfrm>
            <a:off x="1143001" y="2252134"/>
            <a:ext cx="9905999" cy="3454399"/>
          </a:xfrm>
          <a:prstGeom prst="rect">
            <a:avLst/>
          </a:prstGeom>
        </p:spPr>
        <p:txBody>
          <a:bodyPr vert="horz" lIns="91440" tIns="45720" rIns="91440" bIns="45720" rtlCol="0" anchor="ctr">
            <a:normAutofit/>
          </a:bodyPr>
          <a:lstStyle/>
          <a:p>
            <a:pPr indent="-228600" defTabSz="914400">
              <a:lnSpc>
                <a:spcPct val="120000"/>
              </a:lnSpc>
              <a:spcAft>
                <a:spcPts val="1000"/>
              </a:spcAft>
              <a:buSzPct val="125000"/>
              <a:buFont typeface="Arial" panose="020B0604020202020204" pitchFamily="34" charset="0"/>
              <a:buChar char="•"/>
              <a:defRPr sz="1800"/>
            </a:pPr>
            <a:r>
              <a:rPr lang="en-US" sz="2000"/>
              <a:t>A linked list is a linear data structure made up of connected nodes.</a:t>
            </a:r>
          </a:p>
          <a:p>
            <a:pPr indent="-228600" defTabSz="914400">
              <a:lnSpc>
                <a:spcPct val="120000"/>
              </a:lnSpc>
              <a:spcAft>
                <a:spcPts val="1000"/>
              </a:spcAft>
              <a:buSzPct val="125000"/>
              <a:buFont typeface="Arial" panose="020B0604020202020204" pitchFamily="34" charset="0"/>
              <a:buChar char="•"/>
              <a:defRPr sz="1800"/>
            </a:pPr>
            <a:r>
              <a:rPr lang="en-US" sz="2000"/>
              <a:t>Each node stores data and a link/reference to another node.</a:t>
            </a:r>
          </a:p>
          <a:p>
            <a:pPr indent="-228600" defTabSz="914400">
              <a:lnSpc>
                <a:spcPct val="120000"/>
              </a:lnSpc>
              <a:spcAft>
                <a:spcPts val="1000"/>
              </a:spcAft>
              <a:buSzPct val="125000"/>
              <a:buFont typeface="Arial" panose="020B0604020202020204" pitchFamily="34" charset="0"/>
              <a:buChar char="•"/>
              <a:defRPr sz="1800"/>
            </a:pPr>
            <a:r>
              <a:rPr lang="en-US" sz="2000"/>
              <a:t>Nodes do not need to occupy contiguous memory locations.</a:t>
            </a:r>
          </a:p>
          <a:p>
            <a:pPr indent="-228600" defTabSz="914400">
              <a:lnSpc>
                <a:spcPct val="120000"/>
              </a:lnSpc>
              <a:spcAft>
                <a:spcPts val="1000"/>
              </a:spcAft>
              <a:buSzPct val="125000"/>
              <a:buFont typeface="Arial" panose="020B0604020202020204" pitchFamily="34" charset="0"/>
              <a:buChar char="•"/>
              <a:defRPr sz="1800"/>
            </a:pPr>
            <a:r>
              <a:rPr lang="en-US" sz="2000"/>
              <a:t>The first node is accessed through a pointer/reference called HEAD.</a:t>
            </a:r>
          </a:p>
          <a:p>
            <a:pPr indent="-228600" defTabSz="914400">
              <a:lnSpc>
                <a:spcPct val="120000"/>
              </a:lnSpc>
              <a:spcAft>
                <a:spcPts val="1000"/>
              </a:spcAft>
              <a:buSzPct val="125000"/>
              <a:buFont typeface="Arial" panose="020B0604020202020204" pitchFamily="34" charset="0"/>
              <a:buChar char="•"/>
              <a:defRPr sz="1800"/>
            </a:pPr>
            <a:r>
              <a:rPr lang="en-US" sz="2000"/>
              <a:t>The last node points to NULL (or nullptr in modern C++).</a:t>
            </a:r>
          </a:p>
          <a:p>
            <a:pPr indent="-228600" defTabSz="914400">
              <a:lnSpc>
                <a:spcPct val="120000"/>
              </a:lnSpc>
              <a:buSzPct val="125000"/>
              <a:buFont typeface="Arial" panose="020B0604020202020204" pitchFamily="34" charset="0"/>
              <a:buChar char="•"/>
            </a:pPr>
            <a:endParaRPr lang="en-US" sz="2000"/>
          </a:p>
        </p:txBody>
      </p:sp>
    </p:spTree>
    <p:extLst>
      <p:ext uri="{BB962C8B-B14F-4D97-AF65-F5344CB8AC3E}">
        <p14:creationId xmlns:p14="http://schemas.microsoft.com/office/powerpoint/2010/main" val="136337267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bstract background of dark mesh">
            <a:extLst>
              <a:ext uri="{FF2B5EF4-FFF2-40B4-BE49-F238E27FC236}">
                <a16:creationId xmlns:a16="http://schemas.microsoft.com/office/drawing/2014/main" id="{A93298D2-435D-427E-E0AE-AAB0FF6EA52D}"/>
              </a:ext>
            </a:extLst>
          </p:cNvPr>
          <p:cNvPicPr>
            <a:picLocks noChangeAspect="1"/>
          </p:cNvPicPr>
          <p:nvPr/>
        </p:nvPicPr>
        <p:blipFill>
          <a:blip r:embed="rId2"/>
          <a:stretch>
            <a:fillRect/>
          </a:stretch>
        </p:blipFill>
        <p:spPr>
          <a:xfrm>
            <a:off x="0" y="-110560"/>
            <a:ext cx="12342000" cy="7349560"/>
          </a:xfrm>
          <a:prstGeom prst="rect">
            <a:avLst/>
          </a:prstGeom>
        </p:spPr>
      </p:pic>
      <p:sp>
        <p:nvSpPr>
          <p:cNvPr id="2" name="Title 1">
            <a:extLst>
              <a:ext uri="{FF2B5EF4-FFF2-40B4-BE49-F238E27FC236}">
                <a16:creationId xmlns:a16="http://schemas.microsoft.com/office/drawing/2014/main" id="{18B4B921-B74C-34F2-0294-A664BD0036BE}"/>
              </a:ext>
            </a:extLst>
          </p:cNvPr>
          <p:cNvSpPr>
            <a:spLocks noGrp="1"/>
          </p:cNvSpPr>
          <p:nvPr>
            <p:ph type="title"/>
          </p:nvPr>
        </p:nvSpPr>
        <p:spPr>
          <a:xfrm>
            <a:off x="236492" y="442533"/>
            <a:ext cx="5934508" cy="1639886"/>
          </a:xfrm>
        </p:spPr>
        <p:txBody>
          <a:bodyPr/>
          <a:lstStyle/>
          <a:p>
            <a:r>
              <a:rPr lang="en-US" u="sng" dirty="0"/>
              <a:t>Nodes and Linked-List Structure</a:t>
            </a:r>
            <a:endParaRPr lang="en-ZA" dirty="0"/>
          </a:p>
        </p:txBody>
      </p:sp>
      <p:sp>
        <p:nvSpPr>
          <p:cNvPr id="5" name="Picture Placeholder 4">
            <a:extLst>
              <a:ext uri="{FF2B5EF4-FFF2-40B4-BE49-F238E27FC236}">
                <a16:creationId xmlns:a16="http://schemas.microsoft.com/office/drawing/2014/main" id="{378A69CA-BD65-B942-A137-502529155D42}"/>
              </a:ext>
            </a:extLst>
          </p:cNvPr>
          <p:cNvSpPr>
            <a:spLocks noGrp="1"/>
          </p:cNvSpPr>
          <p:nvPr>
            <p:ph type="pic" idx="1"/>
          </p:nvPr>
        </p:nvSpPr>
        <p:spPr>
          <a:xfrm flipV="1">
            <a:off x="12287710" y="6502402"/>
            <a:ext cx="54290" cy="45719"/>
          </a:xfrm>
          <a:prstGeom prst="round2DiagRect">
            <a:avLst>
              <a:gd name="adj1" fmla="val 5608"/>
              <a:gd name="adj2" fmla="val 43780"/>
            </a:avLst>
          </a:prstGeom>
        </p:spPr>
        <p:txBody>
          <a:bodyPr>
            <a:normAutofit fontScale="25000" lnSpcReduction="20000"/>
          </a:bodyPr>
          <a:lstStyle/>
          <a:p>
            <a:endParaRPr lang="en-ZA"/>
          </a:p>
        </p:txBody>
      </p:sp>
      <p:sp>
        <p:nvSpPr>
          <p:cNvPr id="4" name="Text Placeholder 3">
            <a:extLst>
              <a:ext uri="{FF2B5EF4-FFF2-40B4-BE49-F238E27FC236}">
                <a16:creationId xmlns:a16="http://schemas.microsoft.com/office/drawing/2014/main" id="{318395B7-3BC6-29AA-BCDD-A97087E69348}"/>
              </a:ext>
            </a:extLst>
          </p:cNvPr>
          <p:cNvSpPr>
            <a:spLocks noGrp="1"/>
          </p:cNvSpPr>
          <p:nvPr>
            <p:ph type="body" sz="half" idx="2"/>
          </p:nvPr>
        </p:nvSpPr>
        <p:spPr>
          <a:xfrm>
            <a:off x="236489" y="2082419"/>
            <a:ext cx="5934511" cy="3541714"/>
          </a:xfrm>
        </p:spPr>
        <p:txBody>
          <a:bodyPr/>
          <a:lstStyle/>
          <a:p>
            <a:pPr indent="-228600">
              <a:lnSpc>
                <a:spcPct val="110000"/>
              </a:lnSpc>
              <a:spcAft>
                <a:spcPts val="1000"/>
              </a:spcAft>
              <a:buFont typeface="Arial" panose="020B0604020202020204" pitchFamily="34" charset="0"/>
              <a:buChar char="•"/>
              <a:defRPr sz="1800"/>
            </a:pPr>
            <a:r>
              <a:rPr lang="en-US" sz="2000"/>
              <a:t>A node is the basic building block of a linked list.</a:t>
            </a:r>
          </a:p>
          <a:p>
            <a:pPr indent="-228600">
              <a:lnSpc>
                <a:spcPct val="110000"/>
              </a:lnSpc>
              <a:spcAft>
                <a:spcPts val="1000"/>
              </a:spcAft>
              <a:buFont typeface="Arial" panose="020B0604020202020204" pitchFamily="34" charset="0"/>
              <a:buChar char="•"/>
              <a:defRPr sz="1800"/>
            </a:pPr>
            <a:r>
              <a:rPr lang="en-US" sz="2000"/>
              <a:t>In a singly linked list, a node contains:</a:t>
            </a:r>
          </a:p>
          <a:p>
            <a:pPr lvl="1" indent="-228600">
              <a:lnSpc>
                <a:spcPct val="110000"/>
              </a:lnSpc>
              <a:spcAft>
                <a:spcPts val="1000"/>
              </a:spcAft>
              <a:buFont typeface="Arial" panose="020B0604020202020204" pitchFamily="34" charset="0"/>
              <a:buChar char="•"/>
              <a:defRPr sz="1600"/>
            </a:pPr>
            <a:r>
              <a:rPr lang="en-US" sz="2000"/>
              <a:t>Data — the value being stored.</a:t>
            </a:r>
          </a:p>
          <a:p>
            <a:pPr lvl="1" indent="-228600">
              <a:lnSpc>
                <a:spcPct val="110000"/>
              </a:lnSpc>
              <a:spcAft>
                <a:spcPts val="1000"/>
              </a:spcAft>
              <a:buFont typeface="Arial" panose="020B0604020202020204" pitchFamily="34" charset="0"/>
              <a:buChar char="•"/>
              <a:defRPr sz="1600"/>
            </a:pPr>
            <a:r>
              <a:rPr lang="en-US" sz="2000"/>
              <a:t>Next — a pointer/reference to the next node.</a:t>
            </a:r>
          </a:p>
          <a:p>
            <a:pPr indent="-228600">
              <a:lnSpc>
                <a:spcPct val="110000"/>
              </a:lnSpc>
              <a:spcAft>
                <a:spcPts val="1000"/>
              </a:spcAft>
              <a:buFont typeface="Arial" panose="020B0604020202020204" pitchFamily="34" charset="0"/>
              <a:buChar char="•"/>
              <a:defRPr sz="1800"/>
            </a:pPr>
            <a:r>
              <a:rPr lang="en-US" sz="2000"/>
              <a:t>HEAD stores the address/reference of the first node.</a:t>
            </a:r>
          </a:p>
          <a:p>
            <a:endParaRPr lang="en-ZA" dirty="0"/>
          </a:p>
        </p:txBody>
      </p:sp>
      <p:pic>
        <p:nvPicPr>
          <p:cNvPr id="9" name="Content Placeholder 6">
            <a:extLst>
              <a:ext uri="{FF2B5EF4-FFF2-40B4-BE49-F238E27FC236}">
                <a16:creationId xmlns:a16="http://schemas.microsoft.com/office/drawing/2014/main" id="{2558DD23-A0E2-E03F-02D9-CE662A5B8465}"/>
              </a:ext>
            </a:extLst>
          </p:cNvPr>
          <p:cNvPicPr>
            <a:picLocks noChangeAspect="1"/>
          </p:cNvPicPr>
          <p:nvPr/>
        </p:nvPicPr>
        <p:blipFill>
          <a:blip r:embed="rId3"/>
          <a:stretch>
            <a:fillRect/>
          </a:stretch>
        </p:blipFill>
        <p:spPr>
          <a:xfrm>
            <a:off x="6280573" y="934354"/>
            <a:ext cx="5456279" cy="4365023"/>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1865803932"/>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 name="Picture 18" descr="Network Technology Background">
            <a:extLst>
              <a:ext uri="{FF2B5EF4-FFF2-40B4-BE49-F238E27FC236}">
                <a16:creationId xmlns:a16="http://schemas.microsoft.com/office/drawing/2014/main" id="{C4161D9B-0A8B-7A4B-6C59-E8AE2A522C52}"/>
              </a:ext>
            </a:extLst>
          </p:cNvPr>
          <p:cNvPicPr>
            <a:picLocks noChangeAspect="1"/>
          </p:cNvPicPr>
          <p:nvPr/>
        </p:nvPicPr>
        <p:blipFill>
          <a:blip r:embed="rId2"/>
          <a:stretch>
            <a:fillRect/>
          </a:stretch>
        </p:blipFill>
        <p:spPr>
          <a:xfrm>
            <a:off x="4319" y="-435428"/>
            <a:ext cx="16413553" cy="9321356"/>
          </a:xfrm>
          <a:prstGeom prst="rect">
            <a:avLst/>
          </a:prstGeom>
        </p:spPr>
      </p:pic>
      <p:sp>
        <p:nvSpPr>
          <p:cNvPr id="2" name="Title 1">
            <a:extLst>
              <a:ext uri="{FF2B5EF4-FFF2-40B4-BE49-F238E27FC236}">
                <a16:creationId xmlns:a16="http://schemas.microsoft.com/office/drawing/2014/main" id="{EC0B5A22-B89C-A6C8-8A10-398BBDEE583E}"/>
              </a:ext>
            </a:extLst>
          </p:cNvPr>
          <p:cNvSpPr>
            <a:spLocks noGrp="1"/>
          </p:cNvSpPr>
          <p:nvPr>
            <p:ph type="title"/>
          </p:nvPr>
        </p:nvSpPr>
        <p:spPr>
          <a:xfrm>
            <a:off x="1141413" y="93133"/>
            <a:ext cx="9905998" cy="1086115"/>
          </a:xfrm>
        </p:spPr>
        <p:txBody>
          <a:bodyPr>
            <a:normAutofit/>
          </a:bodyPr>
          <a:lstStyle/>
          <a:p>
            <a:pPr algn="ctr"/>
            <a:r>
              <a:rPr lang="en-US" u="sng" dirty="0"/>
              <a:t>Types of Linked Lists</a:t>
            </a:r>
            <a:br>
              <a:rPr lang="en-US" dirty="0"/>
            </a:br>
            <a:endParaRPr lang="en-ZA" dirty="0"/>
          </a:p>
        </p:txBody>
      </p:sp>
      <p:sp>
        <p:nvSpPr>
          <p:cNvPr id="3" name="Text Placeholder 2">
            <a:extLst>
              <a:ext uri="{FF2B5EF4-FFF2-40B4-BE49-F238E27FC236}">
                <a16:creationId xmlns:a16="http://schemas.microsoft.com/office/drawing/2014/main" id="{B8FF065A-DE40-1C38-E52D-D80A848BD543}"/>
              </a:ext>
            </a:extLst>
          </p:cNvPr>
          <p:cNvSpPr>
            <a:spLocks noGrp="1"/>
          </p:cNvSpPr>
          <p:nvPr>
            <p:ph type="body" idx="1"/>
          </p:nvPr>
        </p:nvSpPr>
        <p:spPr>
          <a:xfrm>
            <a:off x="1129577" y="2007042"/>
            <a:ext cx="3196899" cy="685800"/>
          </a:xfrm>
        </p:spPr>
        <p:txBody>
          <a:bodyPr/>
          <a:lstStyle/>
          <a:p>
            <a:r>
              <a:rPr lang="en-ZA" dirty="0"/>
              <a:t>Singly Linked Lists</a:t>
            </a:r>
          </a:p>
        </p:txBody>
      </p:sp>
      <p:sp>
        <p:nvSpPr>
          <p:cNvPr id="4" name="Text Placeholder 3">
            <a:extLst>
              <a:ext uri="{FF2B5EF4-FFF2-40B4-BE49-F238E27FC236}">
                <a16:creationId xmlns:a16="http://schemas.microsoft.com/office/drawing/2014/main" id="{84C09B4E-3F65-6C6B-8B5B-3AF4999610BE}"/>
              </a:ext>
            </a:extLst>
          </p:cNvPr>
          <p:cNvSpPr>
            <a:spLocks noGrp="1"/>
          </p:cNvSpPr>
          <p:nvPr>
            <p:ph type="body" sz="half" idx="15"/>
          </p:nvPr>
        </p:nvSpPr>
        <p:spPr>
          <a:xfrm>
            <a:off x="1139511" y="2797268"/>
            <a:ext cx="3208735" cy="3637840"/>
          </a:xfrm>
        </p:spPr>
        <p:txBody>
          <a:bodyPr>
            <a:normAutofit fontScale="25000" lnSpcReduction="20000"/>
          </a:bodyPr>
          <a:lstStyle/>
          <a:p>
            <a:r>
              <a:rPr lang="en-US" sz="4400" b="1" u="sng" dirty="0"/>
              <a:t>The typical operations on a singly linked list are:</a:t>
            </a:r>
          </a:p>
          <a:p>
            <a:r>
              <a:rPr lang="en-US" sz="4000" dirty="0"/>
              <a:t>1. Initialize the list (to an empty state). </a:t>
            </a:r>
          </a:p>
          <a:p>
            <a:r>
              <a:rPr lang="en-US" sz="4000" dirty="0"/>
              <a:t>2. Determine if the list is empty. </a:t>
            </a:r>
          </a:p>
          <a:p>
            <a:r>
              <a:rPr lang="en-US" sz="4000" dirty="0"/>
              <a:t>3. Traverse the list (visit each node sequentially). </a:t>
            </a:r>
          </a:p>
          <a:p>
            <a:r>
              <a:rPr lang="en-US" sz="4000" dirty="0"/>
              <a:t>4. Insert an item in the list. </a:t>
            </a:r>
          </a:p>
          <a:p>
            <a:r>
              <a:rPr lang="en-US" sz="4000" dirty="0"/>
              <a:t>5. Delete an item from the list. </a:t>
            </a:r>
          </a:p>
          <a:p>
            <a:r>
              <a:rPr lang="en-US" sz="4000" dirty="0"/>
              <a:t>6. Search the list for a given item. </a:t>
            </a:r>
          </a:p>
          <a:p>
            <a:r>
              <a:rPr lang="en-US" sz="4000" dirty="0"/>
              <a:t>7. Update an item in the list. </a:t>
            </a:r>
          </a:p>
          <a:p>
            <a:r>
              <a:rPr lang="en-US" sz="4000" dirty="0"/>
              <a:t>8. Sort the list (in ascending or descending order). </a:t>
            </a:r>
          </a:p>
          <a:p>
            <a:r>
              <a:rPr lang="en-US" sz="4000" dirty="0"/>
              <a:t>9. Reverse the list. </a:t>
            </a:r>
          </a:p>
          <a:p>
            <a:r>
              <a:rPr lang="en-US" sz="4000" dirty="0"/>
              <a:t>10. Find the length of the list. </a:t>
            </a:r>
          </a:p>
          <a:p>
            <a:r>
              <a:rPr lang="en-US" sz="4000" dirty="0"/>
              <a:t>11. Copy the list.                        </a:t>
            </a:r>
          </a:p>
          <a:p>
            <a:r>
              <a:rPr lang="en-US" sz="4000" dirty="0"/>
              <a:t>12. Destroy the list. </a:t>
            </a:r>
          </a:p>
          <a:p>
            <a:endParaRPr lang="en-ZA" sz="1600" dirty="0"/>
          </a:p>
          <a:p>
            <a:r>
              <a:rPr lang="en-ZA" dirty="0"/>
              <a:t> </a:t>
            </a:r>
          </a:p>
          <a:p>
            <a:endParaRPr lang="en-ZA" dirty="0"/>
          </a:p>
        </p:txBody>
      </p:sp>
      <p:sp>
        <p:nvSpPr>
          <p:cNvPr id="5" name="Text Placeholder 4">
            <a:extLst>
              <a:ext uri="{FF2B5EF4-FFF2-40B4-BE49-F238E27FC236}">
                <a16:creationId xmlns:a16="http://schemas.microsoft.com/office/drawing/2014/main" id="{991C014B-9023-CEB0-8858-5114688DF521}"/>
              </a:ext>
            </a:extLst>
          </p:cNvPr>
          <p:cNvSpPr>
            <a:spLocks noGrp="1"/>
          </p:cNvSpPr>
          <p:nvPr>
            <p:ph type="body" sz="quarter" idx="3"/>
          </p:nvPr>
        </p:nvSpPr>
        <p:spPr>
          <a:xfrm>
            <a:off x="4515658" y="2007042"/>
            <a:ext cx="3184385" cy="685800"/>
          </a:xfrm>
        </p:spPr>
        <p:txBody>
          <a:bodyPr/>
          <a:lstStyle/>
          <a:p>
            <a:r>
              <a:rPr lang="en-ZA" dirty="0"/>
              <a:t>Doubly Linked Lists</a:t>
            </a:r>
          </a:p>
        </p:txBody>
      </p:sp>
      <p:sp>
        <p:nvSpPr>
          <p:cNvPr id="6" name="Text Placeholder 5">
            <a:extLst>
              <a:ext uri="{FF2B5EF4-FFF2-40B4-BE49-F238E27FC236}">
                <a16:creationId xmlns:a16="http://schemas.microsoft.com/office/drawing/2014/main" id="{5ABE2021-FCA5-777A-D948-199A7BCD7AB6}"/>
              </a:ext>
            </a:extLst>
          </p:cNvPr>
          <p:cNvSpPr>
            <a:spLocks noGrp="1"/>
          </p:cNvSpPr>
          <p:nvPr>
            <p:ph type="body" sz="half" idx="16"/>
          </p:nvPr>
        </p:nvSpPr>
        <p:spPr>
          <a:xfrm>
            <a:off x="4509935" y="2797268"/>
            <a:ext cx="3195830" cy="3637840"/>
          </a:xfrm>
        </p:spPr>
        <p:txBody>
          <a:bodyPr>
            <a:normAutofit fontScale="77500" lnSpcReduction="20000"/>
          </a:bodyPr>
          <a:lstStyle/>
          <a:p>
            <a:r>
              <a:rPr lang="en-ZA" b="1" u="sng" dirty="0"/>
              <a:t>The typical operations on a doubly linked list are: </a:t>
            </a:r>
            <a:endParaRPr lang="en-ZA" dirty="0"/>
          </a:p>
          <a:p>
            <a:r>
              <a:rPr lang="en-ZA" dirty="0"/>
              <a:t>1. Initialize the list.</a:t>
            </a:r>
          </a:p>
          <a:p>
            <a:r>
              <a:rPr lang="en-ZA" dirty="0"/>
              <a:t>2. Destroy the list.</a:t>
            </a:r>
          </a:p>
          <a:p>
            <a:r>
              <a:rPr lang="en-ZA" dirty="0"/>
              <a:t>3. Determine whether the list is empty. </a:t>
            </a:r>
          </a:p>
          <a:p>
            <a:r>
              <a:rPr lang="en-ZA" dirty="0"/>
              <a:t>4. Search the list for a given item.</a:t>
            </a:r>
          </a:p>
          <a:p>
            <a:r>
              <a:rPr lang="en-ZA" dirty="0"/>
              <a:t>5. Retrieve the first element of the list. </a:t>
            </a:r>
          </a:p>
          <a:p>
            <a:r>
              <a:rPr lang="en-ZA" dirty="0"/>
              <a:t>6. Retrieve the last element of the list.</a:t>
            </a:r>
          </a:p>
          <a:p>
            <a:r>
              <a:rPr lang="en-ZA" dirty="0"/>
              <a:t>7. Insert an item in the list. </a:t>
            </a:r>
          </a:p>
          <a:p>
            <a:r>
              <a:rPr lang="en-ZA" dirty="0"/>
              <a:t>8. Delete an item from the list. </a:t>
            </a:r>
          </a:p>
          <a:p>
            <a:r>
              <a:rPr lang="en-ZA" dirty="0"/>
              <a:t>9. Find the length of the list.</a:t>
            </a:r>
          </a:p>
          <a:p>
            <a:r>
              <a:rPr lang="en-ZA" dirty="0"/>
              <a:t>10. Print the list.                 </a:t>
            </a:r>
          </a:p>
          <a:p>
            <a:r>
              <a:rPr lang="en-ZA" dirty="0"/>
              <a:t>11. Make a copy of the doubly linked list</a:t>
            </a:r>
          </a:p>
          <a:p>
            <a:endParaRPr lang="en-ZA" dirty="0"/>
          </a:p>
        </p:txBody>
      </p:sp>
      <p:sp>
        <p:nvSpPr>
          <p:cNvPr id="7" name="Text Placeholder 6">
            <a:extLst>
              <a:ext uri="{FF2B5EF4-FFF2-40B4-BE49-F238E27FC236}">
                <a16:creationId xmlns:a16="http://schemas.microsoft.com/office/drawing/2014/main" id="{AEA63A83-BB60-E588-A19C-D11C26856DA5}"/>
              </a:ext>
            </a:extLst>
          </p:cNvPr>
          <p:cNvSpPr>
            <a:spLocks noGrp="1"/>
          </p:cNvSpPr>
          <p:nvPr>
            <p:ph type="body" sz="quarter" idx="13"/>
          </p:nvPr>
        </p:nvSpPr>
        <p:spPr>
          <a:xfrm>
            <a:off x="7852442" y="2007042"/>
            <a:ext cx="3194968" cy="685800"/>
          </a:xfrm>
        </p:spPr>
        <p:txBody>
          <a:bodyPr/>
          <a:lstStyle/>
          <a:p>
            <a:r>
              <a:rPr lang="en-ZA" dirty="0"/>
              <a:t>Circular Linked Lists</a:t>
            </a:r>
          </a:p>
        </p:txBody>
      </p:sp>
      <p:sp>
        <p:nvSpPr>
          <p:cNvPr id="8" name="Text Placeholder 7">
            <a:extLst>
              <a:ext uri="{FF2B5EF4-FFF2-40B4-BE49-F238E27FC236}">
                <a16:creationId xmlns:a16="http://schemas.microsoft.com/office/drawing/2014/main" id="{58B66258-D4A6-BDAA-0FB8-5436BB9FA31B}"/>
              </a:ext>
            </a:extLst>
          </p:cNvPr>
          <p:cNvSpPr>
            <a:spLocks noGrp="1"/>
          </p:cNvSpPr>
          <p:nvPr>
            <p:ph type="body" sz="half" idx="17"/>
          </p:nvPr>
        </p:nvSpPr>
        <p:spPr>
          <a:xfrm>
            <a:off x="7867454" y="2797268"/>
            <a:ext cx="3194968" cy="3618927"/>
          </a:xfrm>
        </p:spPr>
        <p:txBody>
          <a:bodyPr>
            <a:normAutofit/>
          </a:bodyPr>
          <a:lstStyle/>
          <a:p>
            <a:r>
              <a:rPr lang="en-ZA" sz="1100" b="1" u="sng" dirty="0"/>
              <a:t>The typical operations on a circular linked list are: </a:t>
            </a:r>
            <a:endParaRPr lang="en-ZA" sz="1100" dirty="0"/>
          </a:p>
          <a:p>
            <a:r>
              <a:rPr lang="en-ZA" sz="1100" dirty="0"/>
              <a:t>1. Initialize the list (to an empty state). </a:t>
            </a:r>
          </a:p>
          <a:p>
            <a:r>
              <a:rPr lang="en-ZA" sz="1100" dirty="0"/>
              <a:t>2. Determine if the list is empty. </a:t>
            </a:r>
          </a:p>
          <a:p>
            <a:r>
              <a:rPr lang="en-ZA" sz="1100" dirty="0"/>
              <a:t>3. Destroy the list. </a:t>
            </a:r>
          </a:p>
          <a:p>
            <a:r>
              <a:rPr lang="en-ZA" sz="1100" dirty="0"/>
              <a:t>4. Print the list. </a:t>
            </a:r>
          </a:p>
          <a:p>
            <a:r>
              <a:rPr lang="en-ZA" sz="1100" dirty="0"/>
              <a:t>5. Find the length of the list.</a:t>
            </a:r>
          </a:p>
          <a:p>
            <a:r>
              <a:rPr lang="en-ZA" sz="1100" dirty="0"/>
              <a:t>6. Search the list for a given item. </a:t>
            </a:r>
          </a:p>
          <a:p>
            <a:r>
              <a:rPr lang="en-ZA" sz="1100" dirty="0"/>
              <a:t>7. Insert an item in the list. </a:t>
            </a:r>
          </a:p>
          <a:p>
            <a:r>
              <a:rPr lang="en-ZA" sz="1100" dirty="0"/>
              <a:t>8. Delete an item from the list.</a:t>
            </a:r>
          </a:p>
          <a:p>
            <a:r>
              <a:rPr lang="en-ZA" sz="1100" dirty="0"/>
              <a:t>9. Copy the list           </a:t>
            </a:r>
          </a:p>
          <a:p>
            <a:endParaRPr lang="en-ZA" sz="1100" dirty="0"/>
          </a:p>
        </p:txBody>
      </p:sp>
      <p:sp>
        <p:nvSpPr>
          <p:cNvPr id="10" name="TextBox 9">
            <a:extLst>
              <a:ext uri="{FF2B5EF4-FFF2-40B4-BE49-F238E27FC236}">
                <a16:creationId xmlns:a16="http://schemas.microsoft.com/office/drawing/2014/main" id="{894EC831-3376-FD59-4C9C-F2D9444A2D76}"/>
              </a:ext>
            </a:extLst>
          </p:cNvPr>
          <p:cNvSpPr txBox="1"/>
          <p:nvPr/>
        </p:nvSpPr>
        <p:spPr>
          <a:xfrm>
            <a:off x="1031013" y="836466"/>
            <a:ext cx="10031410" cy="923330"/>
          </a:xfrm>
          <a:prstGeom prst="rect">
            <a:avLst/>
          </a:prstGeom>
          <a:noFill/>
        </p:spPr>
        <p:txBody>
          <a:bodyPr wrap="square" rtlCol="0">
            <a:spAutoFit/>
          </a:bodyPr>
          <a:lstStyle/>
          <a:p>
            <a:r>
              <a:rPr lang="en-ZA" dirty="0"/>
              <a:t>Linked lists fall into two categories: </a:t>
            </a:r>
            <a:r>
              <a:rPr lang="en-ZA" b="1" dirty="0"/>
              <a:t>ordered lists </a:t>
            </a:r>
            <a:r>
              <a:rPr lang="en-ZA" dirty="0"/>
              <a:t>and</a:t>
            </a:r>
            <a:r>
              <a:rPr lang="en-ZA" b="1" dirty="0"/>
              <a:t> unordered lists. </a:t>
            </a:r>
            <a:r>
              <a:rPr lang="en-ZA" dirty="0"/>
              <a:t>These domains describe how nodes can be arranged. Ordered lists are where nodes(elements) are organised based on a specific rule or order. Unordered lists are where the elements have no fixed arrangement</a:t>
            </a:r>
          </a:p>
        </p:txBody>
      </p:sp>
      <p:pic>
        <p:nvPicPr>
          <p:cNvPr id="12" name="Picture 11">
            <a:extLst>
              <a:ext uri="{FF2B5EF4-FFF2-40B4-BE49-F238E27FC236}">
                <a16:creationId xmlns:a16="http://schemas.microsoft.com/office/drawing/2014/main" id="{78E9102B-599D-0653-D1F9-D26EDC148B13}"/>
              </a:ext>
            </a:extLst>
          </p:cNvPr>
          <p:cNvPicPr>
            <a:picLocks noChangeAspect="1"/>
          </p:cNvPicPr>
          <p:nvPr/>
        </p:nvPicPr>
        <p:blipFill>
          <a:blip r:embed="rId3"/>
          <a:stretch>
            <a:fillRect/>
          </a:stretch>
        </p:blipFill>
        <p:spPr>
          <a:xfrm>
            <a:off x="1981066" y="5811095"/>
            <a:ext cx="2130348" cy="475529"/>
          </a:xfrm>
          <a:prstGeom prst="rect">
            <a:avLst/>
          </a:prstGeom>
        </p:spPr>
      </p:pic>
      <p:pic>
        <p:nvPicPr>
          <p:cNvPr id="14" name="Picture 13">
            <a:extLst>
              <a:ext uri="{FF2B5EF4-FFF2-40B4-BE49-F238E27FC236}">
                <a16:creationId xmlns:a16="http://schemas.microsoft.com/office/drawing/2014/main" id="{6C9336D1-A35E-ACDC-CFC7-833C12277D97}"/>
              </a:ext>
            </a:extLst>
          </p:cNvPr>
          <p:cNvPicPr>
            <a:picLocks noChangeAspect="1"/>
          </p:cNvPicPr>
          <p:nvPr/>
        </p:nvPicPr>
        <p:blipFill>
          <a:blip r:embed="rId4"/>
          <a:stretch>
            <a:fillRect/>
          </a:stretch>
        </p:blipFill>
        <p:spPr>
          <a:xfrm>
            <a:off x="5548192" y="5689874"/>
            <a:ext cx="2067418" cy="481626"/>
          </a:xfrm>
          <a:prstGeom prst="rect">
            <a:avLst/>
          </a:prstGeom>
        </p:spPr>
      </p:pic>
      <p:pic>
        <p:nvPicPr>
          <p:cNvPr id="16" name="Picture 15">
            <a:extLst>
              <a:ext uri="{FF2B5EF4-FFF2-40B4-BE49-F238E27FC236}">
                <a16:creationId xmlns:a16="http://schemas.microsoft.com/office/drawing/2014/main" id="{88F3A4E0-154A-FEC4-E2CC-A05F1336847E}"/>
              </a:ext>
            </a:extLst>
          </p:cNvPr>
          <p:cNvPicPr>
            <a:picLocks noChangeAspect="1"/>
          </p:cNvPicPr>
          <p:nvPr/>
        </p:nvPicPr>
        <p:blipFill>
          <a:blip r:embed="rId5"/>
          <a:stretch>
            <a:fillRect/>
          </a:stretch>
        </p:blipFill>
        <p:spPr>
          <a:xfrm>
            <a:off x="8563051" y="5710467"/>
            <a:ext cx="2772225" cy="576157"/>
          </a:xfrm>
          <a:prstGeom prst="rect">
            <a:avLst/>
          </a:prstGeom>
        </p:spPr>
      </p:pic>
    </p:spTree>
    <p:extLst>
      <p:ext uri="{BB962C8B-B14F-4D97-AF65-F5344CB8AC3E}">
        <p14:creationId xmlns:p14="http://schemas.microsoft.com/office/powerpoint/2010/main" val="2500252979"/>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E8B6F126-138C-EB9B-AC5C-F1015CC3CAA2}"/>
              </a:ext>
            </a:extLst>
          </p:cNvPr>
          <p:cNvPicPr>
            <a:picLocks noChangeAspect="1"/>
          </p:cNvPicPr>
          <p:nvPr/>
        </p:nvPicPr>
        <p:blipFill>
          <a:blip r:embed="rId2">
            <a:extLst>
              <a:ext uri="{837473B0-CC2E-450A-ABE3-18F120FF3D39}">
                <a1611:picAttrSrcUrl xmlns:a1611="http://schemas.microsoft.com/office/drawing/2016/11/main" r:id="rId3"/>
              </a:ext>
            </a:extLst>
          </a:blip>
          <a:srcRect/>
          <a:stretch/>
        </p:blipFill>
        <p:spPr>
          <a:xfrm>
            <a:off x="-26501" y="0"/>
            <a:ext cx="12206904" cy="6858000"/>
          </a:xfrm>
          <a:prstGeom prst="rect">
            <a:avLst/>
          </a:prstGeom>
        </p:spPr>
      </p:pic>
      <p:sp>
        <p:nvSpPr>
          <p:cNvPr id="2" name="Title 1">
            <a:extLst>
              <a:ext uri="{FF2B5EF4-FFF2-40B4-BE49-F238E27FC236}">
                <a16:creationId xmlns:a16="http://schemas.microsoft.com/office/drawing/2014/main" id="{D3549D94-95BE-2A8A-5952-9A95CBDACB35}"/>
              </a:ext>
            </a:extLst>
          </p:cNvPr>
          <p:cNvSpPr>
            <a:spLocks noGrp="1"/>
          </p:cNvSpPr>
          <p:nvPr>
            <p:ph type="title"/>
          </p:nvPr>
        </p:nvSpPr>
        <p:spPr>
          <a:xfrm>
            <a:off x="1141413" y="618518"/>
            <a:ext cx="9905998" cy="1478570"/>
          </a:xfrm>
        </p:spPr>
        <p:txBody>
          <a:bodyPr vert="horz" lIns="91440" tIns="45720" rIns="91440" bIns="45720" rtlCol="0" anchor="ctr">
            <a:normAutofit/>
          </a:bodyPr>
          <a:lstStyle/>
          <a:p>
            <a:pPr algn="ctr"/>
            <a:r>
              <a:rPr lang="en-US" sz="3600" u="sng" dirty="0"/>
              <a:t>Traversal</a:t>
            </a:r>
            <a:br>
              <a:rPr lang="en-US" sz="3600" dirty="0"/>
            </a:br>
            <a:endParaRPr lang="en-US" sz="3600" dirty="0"/>
          </a:p>
        </p:txBody>
      </p:sp>
      <p:pic>
        <p:nvPicPr>
          <p:cNvPr id="6" name="Content Placeholder 5">
            <a:extLst>
              <a:ext uri="{FF2B5EF4-FFF2-40B4-BE49-F238E27FC236}">
                <a16:creationId xmlns:a16="http://schemas.microsoft.com/office/drawing/2014/main" id="{D071173F-791E-77AB-DE70-DCC012D6E066}"/>
              </a:ext>
            </a:extLst>
          </p:cNvPr>
          <p:cNvPicPr>
            <a:picLocks noGrp="1" noChangeAspect="1"/>
          </p:cNvPicPr>
          <p:nvPr>
            <p:ph idx="1"/>
          </p:nvPr>
        </p:nvPicPr>
        <p:blipFill>
          <a:blip r:embed="rId4"/>
          <a:stretch>
            <a:fillRect/>
          </a:stretch>
        </p:blipFill>
        <p:spPr>
          <a:xfrm>
            <a:off x="1141411" y="2249487"/>
            <a:ext cx="4689234" cy="3140564"/>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4" name="Text Placeholder 3">
            <a:extLst>
              <a:ext uri="{FF2B5EF4-FFF2-40B4-BE49-F238E27FC236}">
                <a16:creationId xmlns:a16="http://schemas.microsoft.com/office/drawing/2014/main" id="{EB8F2B8F-ADD4-9639-F259-3C726C19FA69}"/>
              </a:ext>
            </a:extLst>
          </p:cNvPr>
          <p:cNvSpPr>
            <a:spLocks noGrp="1"/>
          </p:cNvSpPr>
          <p:nvPr>
            <p:ph type="body" sz="half" idx="2"/>
          </p:nvPr>
        </p:nvSpPr>
        <p:spPr>
          <a:xfrm>
            <a:off x="6336727" y="2249487"/>
            <a:ext cx="4710683" cy="3541714"/>
          </a:xfrm>
        </p:spPr>
        <p:txBody>
          <a:bodyPr vert="horz" lIns="91440" tIns="45720" rIns="91440" bIns="45720" rtlCol="0">
            <a:normAutofit/>
          </a:bodyPr>
          <a:lstStyle/>
          <a:p>
            <a:pPr marL="0" marR="0" lvl="0" indent="-228600" fontAlgn="auto">
              <a:spcBef>
                <a:spcPts val="0"/>
              </a:spcBef>
              <a:spcAft>
                <a:spcPts val="1000"/>
              </a:spcAft>
              <a:buClrTx/>
              <a:buFont typeface="Arial" panose="020B0604020202020204" pitchFamily="34" charset="0"/>
              <a:buChar char="•"/>
              <a:tabLst/>
              <a:defRPr sz="1800"/>
            </a:pPr>
            <a:r>
              <a:rPr kumimoji="0" lang="en-US" b="0" i="0" u="none" strike="noStrike" cap="none" spc="0" normalizeH="0" baseline="0" noProof="0" dirty="0">
                <a:ln>
                  <a:noFill/>
                </a:ln>
                <a:effectLst/>
                <a:uLnTx/>
                <a:uFillTx/>
              </a:rPr>
              <a:t>Traversal means visiting nodes one by one, starting from HEAD.</a:t>
            </a:r>
          </a:p>
          <a:p>
            <a:pPr marL="0" marR="0" lvl="0" indent="-228600" fontAlgn="auto">
              <a:spcBef>
                <a:spcPts val="0"/>
              </a:spcBef>
              <a:spcAft>
                <a:spcPts val="1000"/>
              </a:spcAft>
              <a:buClrTx/>
              <a:buFont typeface="Arial" panose="020B0604020202020204" pitchFamily="34" charset="0"/>
              <a:buChar char="•"/>
              <a:tabLst/>
              <a:defRPr sz="1800"/>
            </a:pPr>
            <a:r>
              <a:rPr kumimoji="0" lang="en-US" b="0" i="0" u="none" strike="noStrike" cap="none" spc="0" normalizeH="0" baseline="0" noProof="0" dirty="0">
                <a:ln>
                  <a:noFill/>
                </a:ln>
                <a:effectLst/>
                <a:uLnTx/>
                <a:uFillTx/>
              </a:rPr>
              <a:t>A temporary pointer/reference moves from the current node to current-&gt;next.</a:t>
            </a:r>
          </a:p>
          <a:p>
            <a:pPr marL="0" marR="0" lvl="0" indent="-228600" fontAlgn="auto">
              <a:spcBef>
                <a:spcPts val="0"/>
              </a:spcBef>
              <a:spcAft>
                <a:spcPts val="1000"/>
              </a:spcAft>
              <a:buClrTx/>
              <a:buFont typeface="Arial" panose="020B0604020202020204" pitchFamily="34" charset="0"/>
              <a:buChar char="•"/>
              <a:tabLst/>
              <a:defRPr sz="1800"/>
            </a:pPr>
            <a:r>
              <a:rPr kumimoji="0" lang="en-US" b="0" i="0" u="none" strike="noStrike" cap="none" spc="0" normalizeH="0" baseline="0" noProof="0" dirty="0">
                <a:ln>
                  <a:noFill/>
                </a:ln>
                <a:effectLst/>
                <a:uLnTx/>
                <a:uFillTx/>
              </a:rPr>
              <a:t>Traversal is required when the desired position is not already known.</a:t>
            </a:r>
          </a:p>
          <a:p>
            <a:pPr marL="0" marR="0" lvl="0" indent="-228600" fontAlgn="auto">
              <a:spcBef>
                <a:spcPts val="0"/>
              </a:spcBef>
              <a:spcAft>
                <a:spcPts val="1000"/>
              </a:spcAft>
              <a:buClrTx/>
              <a:buFont typeface="Arial" panose="020B0604020202020204" pitchFamily="34" charset="0"/>
              <a:buChar char="•"/>
              <a:tabLst/>
              <a:defRPr sz="1800"/>
            </a:pPr>
            <a:r>
              <a:rPr kumimoji="0" lang="en-US" b="0" i="0" u="none" strike="noStrike" cap="none" spc="0" normalizeH="0" baseline="0" noProof="0" dirty="0">
                <a:ln>
                  <a:noFill/>
                </a:ln>
                <a:effectLst/>
                <a:uLnTx/>
                <a:uFillTx/>
              </a:rPr>
              <a:t>Searching or visiting all nodes normally takes O(n) time.</a:t>
            </a:r>
          </a:p>
          <a:p>
            <a:pPr indent="-228600">
              <a:buFont typeface="Arial" panose="020B0604020202020204" pitchFamily="34" charset="0"/>
              <a:buChar char="•"/>
            </a:pPr>
            <a:endParaRPr lang="en-US" dirty="0"/>
          </a:p>
        </p:txBody>
      </p:sp>
    </p:spTree>
    <p:extLst>
      <p:ext uri="{BB962C8B-B14F-4D97-AF65-F5344CB8AC3E}">
        <p14:creationId xmlns:p14="http://schemas.microsoft.com/office/powerpoint/2010/main" val="1529523945"/>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25E2BB0-B4FB-E295-CED5-FFE194825E28}"/>
              </a:ext>
            </a:extLst>
          </p:cNvPr>
          <p:cNvPicPr>
            <a:picLocks noChangeAspect="1"/>
          </p:cNvPicPr>
          <p:nvPr/>
        </p:nvPicPr>
        <p:blipFill>
          <a:blip r:embed="rId2">
            <a:extLst>
              <a:ext uri="{837473B0-CC2E-450A-ABE3-18F120FF3D39}">
                <a1611:picAttrSrcUrl xmlns:a1611="http://schemas.microsoft.com/office/drawing/2016/11/main" r:id="rId3"/>
              </a:ext>
            </a:extLst>
          </a:blip>
          <a:srcRect/>
          <a:stretch/>
        </p:blipFill>
        <p:spPr>
          <a:xfrm>
            <a:off x="-52390" y="0"/>
            <a:ext cx="12192003" cy="6858000"/>
          </a:xfrm>
          <a:prstGeom prst="rect">
            <a:avLst/>
          </a:prstGeom>
        </p:spPr>
      </p:pic>
      <p:sp>
        <p:nvSpPr>
          <p:cNvPr id="2" name="Title 1">
            <a:extLst>
              <a:ext uri="{FF2B5EF4-FFF2-40B4-BE49-F238E27FC236}">
                <a16:creationId xmlns:a16="http://schemas.microsoft.com/office/drawing/2014/main" id="{E2EDEFC6-D738-634F-3D12-8BEAA6E4B362}"/>
              </a:ext>
            </a:extLst>
          </p:cNvPr>
          <p:cNvSpPr>
            <a:spLocks noGrp="1"/>
          </p:cNvSpPr>
          <p:nvPr>
            <p:ph type="title"/>
          </p:nvPr>
        </p:nvSpPr>
        <p:spPr>
          <a:xfrm>
            <a:off x="1203324" y="366106"/>
            <a:ext cx="9905998" cy="1478570"/>
          </a:xfrm>
        </p:spPr>
        <p:txBody>
          <a:bodyPr vert="horz" lIns="91440" tIns="45720" rIns="91440" bIns="45720" rtlCol="0" anchor="ctr">
            <a:normAutofit/>
          </a:bodyPr>
          <a:lstStyle/>
          <a:p>
            <a:pPr algn="ctr"/>
            <a:r>
              <a:rPr lang="en-US" sz="3600" u="sng" dirty="0"/>
              <a:t>Insertion</a:t>
            </a:r>
          </a:p>
        </p:txBody>
      </p:sp>
      <p:pic>
        <p:nvPicPr>
          <p:cNvPr id="6" name="Picture Placeholder 5">
            <a:extLst>
              <a:ext uri="{FF2B5EF4-FFF2-40B4-BE49-F238E27FC236}">
                <a16:creationId xmlns:a16="http://schemas.microsoft.com/office/drawing/2014/main" id="{B251A73F-91BC-7B3F-AEF4-A668EBC9C25B}"/>
              </a:ext>
            </a:extLst>
          </p:cNvPr>
          <p:cNvPicPr>
            <a:picLocks noGrp="1" noChangeAspect="1"/>
          </p:cNvPicPr>
          <p:nvPr>
            <p:ph type="pic" idx="1"/>
          </p:nvPr>
        </p:nvPicPr>
        <p:blipFill>
          <a:blip r:embed="rId4"/>
          <a:srcRect r="-3" b="2056"/>
          <a:stretch>
            <a:fillRect/>
          </a:stretch>
        </p:blipFill>
        <p:spPr>
          <a:xfrm>
            <a:off x="1141412" y="1730375"/>
            <a:ext cx="4662140" cy="4396105"/>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aphicFrame>
        <p:nvGraphicFramePr>
          <p:cNvPr id="470" name="Text Placeholder 3">
            <a:extLst>
              <a:ext uri="{FF2B5EF4-FFF2-40B4-BE49-F238E27FC236}">
                <a16:creationId xmlns:a16="http://schemas.microsoft.com/office/drawing/2014/main" id="{6B657A7F-1598-074A-FBBB-6D73198AA911}"/>
              </a:ext>
            </a:extLst>
          </p:cNvPr>
          <p:cNvGraphicFramePr/>
          <p:nvPr>
            <p:extLst>
              <p:ext uri="{D42A27DB-BD31-4B8C-83A1-F6EECF244321}">
                <p14:modId xmlns:p14="http://schemas.microsoft.com/office/powerpoint/2010/main" val="579398669"/>
              </p:ext>
            </p:extLst>
          </p:nvPr>
        </p:nvGraphicFramePr>
        <p:xfrm>
          <a:off x="6246465" y="1730374"/>
          <a:ext cx="4844521" cy="439610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291920062"/>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91000"/>
                <a:lumOff val="9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4F27B3E-86A1-E2E6-EDED-2790ADCB4B6A}"/>
              </a:ext>
            </a:extLst>
          </p:cNvPr>
          <p:cNvPicPr>
            <a:picLocks noChangeAspect="1"/>
          </p:cNvPicPr>
          <p:nvPr/>
        </p:nvPicPr>
        <p:blipFill>
          <a:blip r:embed="rId2">
            <a:extLst>
              <a:ext uri="{837473B0-CC2E-450A-ABE3-18F120FF3D39}">
                <a1611:picAttrSrcUrl xmlns:a1611="http://schemas.microsoft.com/office/drawing/2016/11/main" r:id="rId3"/>
              </a:ext>
            </a:extLst>
          </a:blip>
          <a:srcRect/>
          <a:stretch/>
        </p:blipFill>
        <p:spPr>
          <a:xfrm>
            <a:off x="-4472" y="0"/>
            <a:ext cx="12196472" cy="6858000"/>
          </a:xfrm>
          <a:prstGeom prst="rect">
            <a:avLst/>
          </a:prstGeom>
        </p:spPr>
      </p:pic>
      <p:sp>
        <p:nvSpPr>
          <p:cNvPr id="2" name="Title 1">
            <a:extLst>
              <a:ext uri="{FF2B5EF4-FFF2-40B4-BE49-F238E27FC236}">
                <a16:creationId xmlns:a16="http://schemas.microsoft.com/office/drawing/2014/main" id="{3F61D640-6C42-2F84-D8C9-A74E50FABF8D}"/>
              </a:ext>
            </a:extLst>
          </p:cNvPr>
          <p:cNvSpPr>
            <a:spLocks noGrp="1"/>
          </p:cNvSpPr>
          <p:nvPr>
            <p:ph type="title"/>
          </p:nvPr>
        </p:nvSpPr>
        <p:spPr>
          <a:xfrm>
            <a:off x="1123157" y="405264"/>
            <a:ext cx="9905998" cy="1478570"/>
          </a:xfrm>
        </p:spPr>
        <p:txBody>
          <a:bodyPr vert="horz" lIns="91440" tIns="45720" rIns="91440" bIns="45720" rtlCol="0" anchor="ctr">
            <a:normAutofit/>
          </a:bodyPr>
          <a:lstStyle/>
          <a:p>
            <a:pPr algn="ctr"/>
            <a:r>
              <a:rPr lang="en-US" sz="3600" u="sng" dirty="0"/>
              <a:t>Deletion</a:t>
            </a:r>
          </a:p>
        </p:txBody>
      </p:sp>
      <p:pic>
        <p:nvPicPr>
          <p:cNvPr id="6" name="Picture Placeholder 5">
            <a:extLst>
              <a:ext uri="{FF2B5EF4-FFF2-40B4-BE49-F238E27FC236}">
                <a16:creationId xmlns:a16="http://schemas.microsoft.com/office/drawing/2014/main" id="{3BA6D20E-2A0F-FB4D-E339-B635B3DE203C}"/>
              </a:ext>
            </a:extLst>
          </p:cNvPr>
          <p:cNvPicPr>
            <a:picLocks noGrp="1" noChangeAspect="1"/>
          </p:cNvPicPr>
          <p:nvPr>
            <p:ph type="pic" idx="1"/>
          </p:nvPr>
        </p:nvPicPr>
        <p:blipFill>
          <a:blip r:embed="rId4"/>
          <a:srcRect r="-3" b="2056"/>
          <a:stretch>
            <a:fillRect/>
          </a:stretch>
        </p:blipFill>
        <p:spPr>
          <a:xfrm>
            <a:off x="1169987" y="1772207"/>
            <a:ext cx="5519573" cy="4449206"/>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aphicFrame>
        <p:nvGraphicFramePr>
          <p:cNvPr id="8" name="Text Placeholder 3">
            <a:extLst>
              <a:ext uri="{FF2B5EF4-FFF2-40B4-BE49-F238E27FC236}">
                <a16:creationId xmlns:a16="http://schemas.microsoft.com/office/drawing/2014/main" id="{9F48CE81-918D-0F59-3FBC-ACE1D3DFAC75}"/>
              </a:ext>
            </a:extLst>
          </p:cNvPr>
          <p:cNvGraphicFramePr/>
          <p:nvPr>
            <p:extLst>
              <p:ext uri="{D42A27DB-BD31-4B8C-83A1-F6EECF244321}">
                <p14:modId xmlns:p14="http://schemas.microsoft.com/office/powerpoint/2010/main" val="3109254930"/>
              </p:ext>
            </p:extLst>
          </p:nvPr>
        </p:nvGraphicFramePr>
        <p:xfrm>
          <a:off x="6866466" y="2035177"/>
          <a:ext cx="4844521" cy="354171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60054911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5" name="Picture 24" descr="Abstract background of connected blue lines">
            <a:extLst>
              <a:ext uri="{FF2B5EF4-FFF2-40B4-BE49-F238E27FC236}">
                <a16:creationId xmlns:a16="http://schemas.microsoft.com/office/drawing/2014/main" id="{AF05214B-4FCE-5293-53E5-89E56543A59B}"/>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EC8E6377-671A-C1CE-2558-8710F82AFD83}"/>
              </a:ext>
            </a:extLst>
          </p:cNvPr>
          <p:cNvSpPr txBox="1"/>
          <p:nvPr/>
        </p:nvSpPr>
        <p:spPr>
          <a:xfrm>
            <a:off x="1625600" y="364066"/>
            <a:ext cx="4233334" cy="369332"/>
          </a:xfrm>
          <a:prstGeom prst="rect">
            <a:avLst/>
          </a:prstGeom>
          <a:noFill/>
        </p:spPr>
        <p:txBody>
          <a:bodyPr wrap="square" rtlCol="0">
            <a:spAutoFit/>
          </a:bodyPr>
          <a:lstStyle/>
          <a:p>
            <a:r>
              <a:rPr lang="en-ZA" u="sng" dirty="0"/>
              <a:t>Applications of Linked Lists</a:t>
            </a:r>
          </a:p>
        </p:txBody>
      </p:sp>
      <p:sp>
        <p:nvSpPr>
          <p:cNvPr id="11" name="TextBox 10">
            <a:extLst>
              <a:ext uri="{FF2B5EF4-FFF2-40B4-BE49-F238E27FC236}">
                <a16:creationId xmlns:a16="http://schemas.microsoft.com/office/drawing/2014/main" id="{91E0BA1C-8FBA-1FBB-75CD-677FC8FCBBDB}"/>
              </a:ext>
            </a:extLst>
          </p:cNvPr>
          <p:cNvSpPr txBox="1"/>
          <p:nvPr/>
        </p:nvSpPr>
        <p:spPr>
          <a:xfrm>
            <a:off x="1532467" y="914489"/>
            <a:ext cx="3987800" cy="5047536"/>
          </a:xfrm>
          <a:prstGeom prst="rect">
            <a:avLst/>
          </a:prstGeom>
          <a:noFill/>
        </p:spPr>
        <p:txBody>
          <a:bodyPr wrap="square" rtlCol="0">
            <a:spAutoFit/>
          </a:bodyPr>
          <a:lstStyle/>
          <a:p>
            <a:pPr algn="just"/>
            <a:r>
              <a:rPr lang="en-ZA" sz="1400" dirty="0"/>
              <a:t>Linked lists are used in situations where a program needs to </a:t>
            </a:r>
            <a:r>
              <a:rPr lang="en-ZA" sz="1400" b="1" dirty="0"/>
              <a:t>add and remove items while it is running</a:t>
            </a:r>
            <a:r>
              <a:rPr lang="en-ZA" sz="1400" dirty="0"/>
              <a:t>. Unlike arrays, where inserting or deleting an item may require other elements to be shifted and the size is usually fixed, linked lists can grow or shrink dynamically. When an item is inserted or deleted, only a few pointers need to be changed.</a:t>
            </a:r>
          </a:p>
          <a:p>
            <a:pPr algn="just"/>
            <a:endParaRPr lang="en-ZA" sz="1400" dirty="0"/>
          </a:p>
          <a:p>
            <a:pPr algn="just"/>
            <a:r>
              <a:rPr lang="en-ZA" sz="1400" dirty="0"/>
              <a:t>Because of this flexibility, linked lists are used in several computer science applications. They can be used to implement </a:t>
            </a:r>
            <a:r>
              <a:rPr lang="en-ZA" sz="1400" b="1" dirty="0"/>
              <a:t>stacks and queues</a:t>
            </a:r>
            <a:r>
              <a:rPr lang="en-ZA" sz="1400" dirty="0"/>
              <a:t>, manage </a:t>
            </a:r>
            <a:r>
              <a:rPr lang="en-ZA" sz="1400" b="1" dirty="0"/>
              <a:t>free memory lists in operating systems</a:t>
            </a:r>
            <a:r>
              <a:rPr lang="en-ZA" sz="1400" dirty="0"/>
              <a:t>, and create features such as </a:t>
            </a:r>
            <a:r>
              <a:rPr lang="en-ZA" sz="1400" b="1" dirty="0"/>
              <a:t>music playlists</a:t>
            </a:r>
            <a:r>
              <a:rPr lang="en-ZA" sz="1400" dirty="0"/>
              <a:t> and </a:t>
            </a:r>
            <a:r>
              <a:rPr lang="en-ZA" sz="1400" b="1" dirty="0"/>
              <a:t>browser back and forward navigation</a:t>
            </a:r>
            <a:r>
              <a:rPr lang="en-ZA" sz="1400" dirty="0"/>
              <a:t>.</a:t>
            </a:r>
          </a:p>
          <a:p>
            <a:pPr algn="just"/>
            <a:endParaRPr lang="en-ZA" sz="1400" dirty="0"/>
          </a:p>
          <a:p>
            <a:pPr algn="just"/>
            <a:r>
              <a:rPr lang="en-ZA" sz="1400" dirty="0"/>
              <a:t>However, linked lists are less suitable when a program frequently needs to access an item by its position or index. To reach a particular node, the program normally has to start at the beginning of the list and follow the links from one node to the next.</a:t>
            </a:r>
          </a:p>
          <a:p>
            <a:pPr algn="just"/>
            <a:r>
              <a:rPr lang="en-ZA" sz="1400" dirty="0"/>
              <a:t>The applications of linked lists can be grouped according to the </a:t>
            </a:r>
            <a:r>
              <a:rPr lang="en-ZA" sz="1400" b="1" dirty="0"/>
              <a:t>type of linked list</a:t>
            </a:r>
            <a:r>
              <a:rPr lang="en-ZA" sz="1400" dirty="0"/>
              <a:t>, such as singly linked lists, doubly linked lists, and circular linked lists.</a:t>
            </a:r>
          </a:p>
        </p:txBody>
      </p:sp>
      <p:sp>
        <p:nvSpPr>
          <p:cNvPr id="12" name="TextBox 11">
            <a:extLst>
              <a:ext uri="{FF2B5EF4-FFF2-40B4-BE49-F238E27FC236}">
                <a16:creationId xmlns:a16="http://schemas.microsoft.com/office/drawing/2014/main" id="{D1BBEC67-F90F-80C5-2E48-B0925C0C7051}"/>
              </a:ext>
            </a:extLst>
          </p:cNvPr>
          <p:cNvSpPr txBox="1"/>
          <p:nvPr/>
        </p:nvSpPr>
        <p:spPr>
          <a:xfrm>
            <a:off x="6595533" y="364066"/>
            <a:ext cx="3733800" cy="369332"/>
          </a:xfrm>
          <a:prstGeom prst="rect">
            <a:avLst/>
          </a:prstGeom>
          <a:noFill/>
        </p:spPr>
        <p:txBody>
          <a:bodyPr wrap="square" rtlCol="0">
            <a:spAutoFit/>
          </a:bodyPr>
          <a:lstStyle/>
          <a:p>
            <a:r>
              <a:rPr lang="en-ZA" u="sng" dirty="0"/>
              <a:t>Pointer Manipulation &amp; Common Errors</a:t>
            </a:r>
          </a:p>
        </p:txBody>
      </p:sp>
      <p:sp>
        <p:nvSpPr>
          <p:cNvPr id="13" name="TextBox 12">
            <a:extLst>
              <a:ext uri="{FF2B5EF4-FFF2-40B4-BE49-F238E27FC236}">
                <a16:creationId xmlns:a16="http://schemas.microsoft.com/office/drawing/2014/main" id="{38605505-620E-7EDE-9101-74A0AD0C1CEC}"/>
              </a:ext>
            </a:extLst>
          </p:cNvPr>
          <p:cNvSpPr txBox="1"/>
          <p:nvPr/>
        </p:nvSpPr>
        <p:spPr>
          <a:xfrm>
            <a:off x="6595533" y="914489"/>
            <a:ext cx="4064000" cy="4006225"/>
          </a:xfrm>
          <a:prstGeom prst="rect">
            <a:avLst/>
          </a:prstGeom>
          <a:noFill/>
        </p:spPr>
        <p:txBody>
          <a:bodyPr wrap="square" rtlCol="0">
            <a:spAutoFit/>
          </a:bodyPr>
          <a:lstStyle/>
          <a:p>
            <a:pPr>
              <a:spcAft>
                <a:spcPts val="1000"/>
              </a:spcAft>
              <a:defRPr sz="1700"/>
            </a:pPr>
            <a:r>
              <a:rPr lang="en-US" sz="1400" dirty="0"/>
              <a:t>Insertion and deletion depend on changing links correctly.</a:t>
            </a:r>
          </a:p>
          <a:p>
            <a:pPr>
              <a:spcAft>
                <a:spcPts val="1000"/>
              </a:spcAft>
              <a:defRPr sz="1700"/>
            </a:pPr>
            <a:r>
              <a:rPr lang="en-US" sz="1400" dirty="0"/>
              <a:t>Common errors include:</a:t>
            </a:r>
          </a:p>
          <a:p>
            <a:pPr lvl="1">
              <a:spcAft>
                <a:spcPts val="1000"/>
              </a:spcAft>
              <a:defRPr sz="1500"/>
            </a:pPr>
            <a:r>
              <a:rPr lang="en-US" sz="1400" dirty="0"/>
              <a:t>Losing the rest of the list by overwriting a link too early.</a:t>
            </a:r>
          </a:p>
          <a:p>
            <a:pPr lvl="1">
              <a:spcAft>
                <a:spcPts val="1000"/>
              </a:spcAft>
              <a:defRPr sz="1500"/>
            </a:pPr>
            <a:r>
              <a:rPr lang="en-US" sz="1400" dirty="0"/>
              <a:t>Forgetting to update HEAD when inserting/deleting at the beginning.</a:t>
            </a:r>
          </a:p>
          <a:p>
            <a:pPr lvl="1">
              <a:spcAft>
                <a:spcPts val="1000"/>
              </a:spcAft>
              <a:defRPr sz="1500"/>
            </a:pPr>
            <a:r>
              <a:rPr lang="en-US" sz="1400" dirty="0"/>
              <a:t>Leaving the last node pointing to an invalid location instead of NULL.</a:t>
            </a:r>
          </a:p>
          <a:p>
            <a:pPr lvl="1">
              <a:spcAft>
                <a:spcPts val="1000"/>
              </a:spcAft>
              <a:defRPr sz="1500"/>
            </a:pPr>
            <a:r>
              <a:rPr lang="en-US" sz="1400" dirty="0"/>
              <a:t>Accessing a node after it has been deleted.</a:t>
            </a:r>
          </a:p>
          <a:p>
            <a:pPr lvl="1">
              <a:spcAft>
                <a:spcPts val="1000"/>
              </a:spcAft>
              <a:defRPr sz="1500"/>
            </a:pPr>
            <a:r>
              <a:rPr lang="en-US" sz="1400" dirty="0"/>
              <a:t>Forgetting to reconnect the previous and next nodes after deletion.</a:t>
            </a:r>
          </a:p>
          <a:p>
            <a:pPr>
              <a:spcAft>
                <a:spcPts val="1000"/>
              </a:spcAft>
              <a:defRPr sz="1700"/>
            </a:pPr>
            <a:r>
              <a:rPr lang="en-US" sz="1400" dirty="0"/>
              <a:t>Good pointer discipline prevents broken lists and memory errors.</a:t>
            </a:r>
          </a:p>
        </p:txBody>
      </p:sp>
    </p:spTree>
    <p:extLst>
      <p:ext uri="{BB962C8B-B14F-4D97-AF65-F5344CB8AC3E}">
        <p14:creationId xmlns:p14="http://schemas.microsoft.com/office/powerpoint/2010/main" val="82036832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 name="Picture 18" descr="Illuminated technology network on a dark background">
            <a:extLst>
              <a:ext uri="{FF2B5EF4-FFF2-40B4-BE49-F238E27FC236}">
                <a16:creationId xmlns:a16="http://schemas.microsoft.com/office/drawing/2014/main" id="{9144CA9D-899F-561B-6E34-A475836CB436}"/>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05DC381-39C3-63E4-94D6-E9E3740A09C7}"/>
              </a:ext>
            </a:extLst>
          </p:cNvPr>
          <p:cNvSpPr>
            <a:spLocks noGrp="1"/>
          </p:cNvSpPr>
          <p:nvPr>
            <p:ph type="title"/>
          </p:nvPr>
        </p:nvSpPr>
        <p:spPr/>
        <p:txBody>
          <a:bodyPr/>
          <a:lstStyle/>
          <a:p>
            <a:pPr algn="ctr"/>
            <a:r>
              <a:rPr lang="en-ZA" u="sng" dirty="0" err="1"/>
              <a:t>Advatntages</a:t>
            </a:r>
            <a:r>
              <a:rPr lang="en-ZA" u="sng" dirty="0"/>
              <a:t> and Disadvantages</a:t>
            </a:r>
          </a:p>
        </p:txBody>
      </p:sp>
      <p:sp>
        <p:nvSpPr>
          <p:cNvPr id="3" name="Content Placeholder 2">
            <a:extLst>
              <a:ext uri="{FF2B5EF4-FFF2-40B4-BE49-F238E27FC236}">
                <a16:creationId xmlns:a16="http://schemas.microsoft.com/office/drawing/2014/main" id="{37B7ADE7-46C3-DE5C-35EC-987E23D734C5}"/>
              </a:ext>
            </a:extLst>
          </p:cNvPr>
          <p:cNvSpPr>
            <a:spLocks noGrp="1"/>
          </p:cNvSpPr>
          <p:nvPr>
            <p:ph sz="half" idx="1"/>
          </p:nvPr>
        </p:nvSpPr>
        <p:spPr/>
        <p:txBody>
          <a:bodyPr>
            <a:normAutofit fontScale="55000" lnSpcReduction="20000"/>
          </a:bodyPr>
          <a:lstStyle/>
          <a:p>
            <a:pPr marL="0" indent="0">
              <a:buNone/>
            </a:pPr>
            <a:r>
              <a:rPr lang="en-ZA" sz="2900" b="1" u="sng" dirty="0"/>
              <a:t>Advantages</a:t>
            </a:r>
            <a:endParaRPr lang="en-ZA" sz="2900" dirty="0"/>
          </a:p>
          <a:p>
            <a:pPr lvl="0"/>
            <a:r>
              <a:rPr lang="en-ZA" sz="2500" b="1" dirty="0"/>
              <a:t>Improved efficiency:</a:t>
            </a:r>
            <a:r>
              <a:rPr lang="en-ZA" sz="2500" dirty="0"/>
              <a:t> The program automates key tasks, reducing the time required to complete them manually.</a:t>
            </a:r>
          </a:p>
          <a:p>
            <a:pPr lvl="0"/>
            <a:r>
              <a:rPr lang="en-ZA" sz="2500" b="1" dirty="0"/>
              <a:t>Accuracy:</a:t>
            </a:r>
            <a:r>
              <a:rPr lang="en-ZA" sz="2500" dirty="0"/>
              <a:t> Automated processing can minimise human errors and produce more consistent results.</a:t>
            </a:r>
          </a:p>
          <a:p>
            <a:pPr lvl="0"/>
            <a:r>
              <a:rPr lang="en-ZA" sz="2500" b="1" dirty="0"/>
              <a:t>User convenience:</a:t>
            </a:r>
            <a:r>
              <a:rPr lang="en-ZA" sz="2500" dirty="0"/>
              <a:t> The program provides a structured and accessible way for users to perform the required tasks.</a:t>
            </a:r>
          </a:p>
          <a:p>
            <a:pPr lvl="0"/>
            <a:r>
              <a:rPr lang="en-ZA" sz="2500" b="1" dirty="0"/>
              <a:t>Productivity:</a:t>
            </a:r>
            <a:r>
              <a:rPr lang="en-ZA" sz="2500" dirty="0"/>
              <a:t> By simplifying repetitive processes, the program allows users to complete tasks more efficiently.</a:t>
            </a:r>
          </a:p>
          <a:p>
            <a:pPr lvl="0"/>
            <a:r>
              <a:rPr lang="en-ZA" sz="2500" b="1" dirty="0"/>
              <a:t>Consistency:</a:t>
            </a:r>
            <a:r>
              <a:rPr lang="en-ZA" sz="2500" dirty="0"/>
              <a:t> The system applies the same programmed procedures to each input, ensuring consistent outputs.</a:t>
            </a:r>
          </a:p>
          <a:p>
            <a:endParaRPr lang="en-ZA" dirty="0"/>
          </a:p>
        </p:txBody>
      </p:sp>
      <p:sp>
        <p:nvSpPr>
          <p:cNvPr id="4" name="Content Placeholder 3">
            <a:extLst>
              <a:ext uri="{FF2B5EF4-FFF2-40B4-BE49-F238E27FC236}">
                <a16:creationId xmlns:a16="http://schemas.microsoft.com/office/drawing/2014/main" id="{7452954A-F655-8EE9-C5B6-8EFE04E50385}"/>
              </a:ext>
            </a:extLst>
          </p:cNvPr>
          <p:cNvSpPr>
            <a:spLocks noGrp="1"/>
          </p:cNvSpPr>
          <p:nvPr>
            <p:ph sz="half" idx="2"/>
          </p:nvPr>
        </p:nvSpPr>
        <p:spPr/>
        <p:txBody>
          <a:bodyPr>
            <a:normAutofit fontScale="55000" lnSpcReduction="20000"/>
          </a:bodyPr>
          <a:lstStyle/>
          <a:p>
            <a:pPr marL="0" indent="0">
              <a:buNone/>
            </a:pPr>
            <a:r>
              <a:rPr lang="en-ZA" sz="2900" b="1" u="sng" dirty="0"/>
              <a:t>Disadvantages</a:t>
            </a:r>
            <a:r>
              <a:rPr lang="en-ZA" sz="2900" b="1" dirty="0"/>
              <a:t> </a:t>
            </a:r>
            <a:endParaRPr lang="en-ZA" sz="2900" dirty="0"/>
          </a:p>
          <a:p>
            <a:pPr lvl="0"/>
            <a:r>
              <a:rPr lang="en-ZA" sz="2500" b="1" dirty="0"/>
              <a:t>Dependence on technology:</a:t>
            </a:r>
            <a:r>
              <a:rPr lang="en-ZA" sz="2500" dirty="0"/>
              <a:t> The program requires appropriate hardware, software, and a suitable operating environment to function effectively.</a:t>
            </a:r>
          </a:p>
          <a:p>
            <a:pPr lvl="0"/>
            <a:r>
              <a:rPr lang="en-ZA" sz="2500" b="1" dirty="0"/>
              <a:t>Input errors:</a:t>
            </a:r>
            <a:r>
              <a:rPr lang="en-ZA" sz="2500" dirty="0"/>
              <a:t> Incorrect or incomplete information entered by the user may result in inaccurate outputs.</a:t>
            </a:r>
          </a:p>
          <a:p>
            <a:pPr lvl="0"/>
            <a:r>
              <a:rPr lang="en-ZA" sz="2500" b="1" dirty="0"/>
              <a:t>Limited functionality:</a:t>
            </a:r>
            <a:r>
              <a:rPr lang="en-ZA" sz="2500" dirty="0"/>
              <a:t> The program can only perform tasks that have been incorporated into its source code.</a:t>
            </a:r>
          </a:p>
          <a:p>
            <a:pPr lvl="0"/>
            <a:r>
              <a:rPr lang="en-ZA" sz="2500" b="1" dirty="0"/>
              <a:t>Maintenance requirements:</a:t>
            </a:r>
            <a:r>
              <a:rPr lang="en-ZA" sz="2500" dirty="0"/>
              <a:t> Software may require regular debugging, updating, and maintenance to remain functional and relevant.</a:t>
            </a:r>
          </a:p>
          <a:p>
            <a:pPr lvl="0"/>
            <a:r>
              <a:rPr lang="en-ZA" sz="2500" b="1" dirty="0"/>
              <a:t>User limitations:</a:t>
            </a:r>
            <a:r>
              <a:rPr lang="en-ZA" sz="2500" dirty="0"/>
              <a:t> Users may require basic technical knowledge to operate the program correctly and interpret its results.</a:t>
            </a:r>
          </a:p>
          <a:p>
            <a:endParaRPr lang="en-ZA" dirty="0"/>
          </a:p>
        </p:txBody>
      </p:sp>
    </p:spTree>
    <p:extLst>
      <p:ext uri="{BB962C8B-B14F-4D97-AF65-F5344CB8AC3E}">
        <p14:creationId xmlns:p14="http://schemas.microsoft.com/office/powerpoint/2010/main" val="1184875403"/>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2044D4-754E-2F51-8809-12362AA26921}"/>
              </a:ext>
            </a:extLst>
          </p:cNvPr>
          <p:cNvPicPr>
            <a:picLocks noChangeAspect="1"/>
          </p:cNvPicPr>
          <p:nvPr/>
        </p:nvPicPr>
        <p:blipFill>
          <a:blip r:embed="rId3">
            <a:extLst>
              <a:ext uri="{837473B0-CC2E-450A-ABE3-18F120FF3D39}">
                <a1611:picAttrSrcUrl xmlns:a1611="http://schemas.microsoft.com/office/drawing/2016/11/main" r:id="rId4"/>
              </a:ext>
            </a:extLst>
          </a:blip>
          <a:srcRect t="38173" r="1" b="30187"/>
          <a:stretch>
            <a:fillRect/>
          </a:stretch>
        </p:blipFill>
        <p:spPr>
          <a:xfrm>
            <a:off x="20" y="10"/>
            <a:ext cx="12191980" cy="6857990"/>
          </a:xfrm>
          <a:prstGeom prst="rect">
            <a:avLst/>
          </a:prstGeom>
        </p:spPr>
      </p:pic>
      <p:sp>
        <p:nvSpPr>
          <p:cNvPr id="5" name="TextBox 4">
            <a:extLst>
              <a:ext uri="{FF2B5EF4-FFF2-40B4-BE49-F238E27FC236}">
                <a16:creationId xmlns:a16="http://schemas.microsoft.com/office/drawing/2014/main" id="{D58E9F33-7CF9-7D4E-3C72-B474F15B9C84}"/>
              </a:ext>
            </a:extLst>
          </p:cNvPr>
          <p:cNvSpPr txBox="1"/>
          <p:nvPr/>
        </p:nvSpPr>
        <p:spPr>
          <a:xfrm>
            <a:off x="495068" y="466635"/>
            <a:ext cx="6177280" cy="1200329"/>
          </a:xfrm>
          <a:prstGeom prst="rect">
            <a:avLst/>
          </a:prstGeom>
          <a:noFill/>
        </p:spPr>
        <p:txBody>
          <a:bodyPr wrap="square">
            <a:spAutoFit/>
          </a:bodyPr>
          <a:lstStyle/>
          <a:p>
            <a:r>
              <a:rPr kumimoji="0" lang="en-US" sz="3600" b="0" i="0" u="sng" strike="noStrike" kern="1200" cap="all" spc="0" normalizeH="0" baseline="0" noProof="0" dirty="0">
                <a:ln>
                  <a:noFill/>
                </a:ln>
                <a:solidFill>
                  <a:prstClr val="white"/>
                </a:solidFill>
                <a:effectLst/>
                <a:uLnTx/>
                <a:uFillTx/>
                <a:latin typeface="Tw Cen MT" panose="020B0602020104020603"/>
                <a:ea typeface="+mj-ea"/>
                <a:cs typeface="+mj-cs"/>
              </a:rPr>
              <a:t>Project Overview and Source File</a:t>
            </a:r>
            <a:endParaRPr lang="en-ZA" dirty="0"/>
          </a:p>
        </p:txBody>
      </p:sp>
      <p:sp>
        <p:nvSpPr>
          <p:cNvPr id="7" name="TextBox 6">
            <a:extLst>
              <a:ext uri="{FF2B5EF4-FFF2-40B4-BE49-F238E27FC236}">
                <a16:creationId xmlns:a16="http://schemas.microsoft.com/office/drawing/2014/main" id="{8F4D03A8-3AE0-B6AB-92DC-076A3301B779}"/>
              </a:ext>
            </a:extLst>
          </p:cNvPr>
          <p:cNvSpPr txBox="1"/>
          <p:nvPr/>
        </p:nvSpPr>
        <p:spPr>
          <a:xfrm>
            <a:off x="401562" y="1717040"/>
            <a:ext cx="6591420" cy="3084947"/>
          </a:xfrm>
          <a:prstGeom prst="rect">
            <a:avLst/>
          </a:prstGeom>
          <a:noFill/>
        </p:spPr>
        <p:txBody>
          <a:bodyPr wrap="square">
            <a:spAutoFit/>
          </a:bodyPr>
          <a:lstStyle/>
          <a:p>
            <a:pPr marL="0" marR="0" lvl="0" indent="-228600" algn="l" defTabSz="914400" rtl="0" eaLnBrk="1" fontAlgn="auto" latinLnBrk="0" hangingPunct="1">
              <a:lnSpc>
                <a:spcPct val="110000"/>
              </a:lnSpc>
              <a:spcBef>
                <a:spcPts val="1000"/>
              </a:spcBef>
              <a:spcAft>
                <a:spcPts val="0"/>
              </a:spcAft>
              <a:buClrTx/>
              <a:buSzPct val="125000"/>
              <a:buFont typeface="Arial" panose="020B0604020202020204" pitchFamily="34" charset="0"/>
              <a:buChar char="•"/>
              <a:tabLst/>
              <a:defRPr/>
            </a:pPr>
            <a:r>
              <a:rPr kumimoji="0" lang="en-US" sz="1200" b="1" i="0" u="none" strike="noStrike" kern="1200" cap="none" spc="0" normalizeH="0" baseline="0" noProof="0" dirty="0">
                <a:ln>
                  <a:noFill/>
                </a:ln>
                <a:solidFill>
                  <a:prstClr val="white"/>
                </a:solidFill>
                <a:effectLst/>
                <a:uLnTx/>
                <a:uFillTx/>
                <a:latin typeface="Tw Cen MT" panose="020B0602020104020603"/>
                <a:ea typeface="+mn-ea"/>
                <a:cs typeface="+mn-cs"/>
              </a:rPr>
              <a:t>Testing the Linked List Program</a:t>
            </a:r>
          </a:p>
          <a:p>
            <a:pPr marL="0" marR="0" lvl="0" indent="-228600" algn="l" defTabSz="914400" rtl="0" eaLnBrk="1" fontAlgn="auto" latinLnBrk="0" hangingPunct="1">
              <a:lnSpc>
                <a:spcPct val="110000"/>
              </a:lnSpc>
              <a:spcBef>
                <a:spcPts val="1000"/>
              </a:spcBef>
              <a:spcAft>
                <a:spcPts val="0"/>
              </a:spcAft>
              <a:buClrTx/>
              <a:buSzPct val="1250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We tested our linked list program by running its menu in a terminal. First, we inserted the values </a:t>
            </a:r>
            <a:r>
              <a:rPr kumimoji="0" lang="en-US" sz="1200" b="1" i="0" u="none" strike="noStrike" kern="1200" cap="none" spc="0" normalizeH="0" baseline="0" noProof="0" dirty="0">
                <a:ln>
                  <a:noFill/>
                </a:ln>
                <a:solidFill>
                  <a:prstClr val="white"/>
                </a:solidFill>
                <a:effectLst/>
                <a:uLnTx/>
                <a:uFillTx/>
                <a:latin typeface="Tw Cen MT" panose="020B0602020104020603"/>
                <a:ea typeface="+mn-ea"/>
                <a:cs typeface="+mn-cs"/>
              </a:rPr>
              <a:t>4, 8, and 12</a:t>
            </a: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 Since each new value is inserted at the </a:t>
            </a:r>
            <a:r>
              <a:rPr kumimoji="0" lang="en-US" sz="1200" b="1" i="0" u="none" strike="noStrike" kern="1200" cap="none" spc="0" normalizeH="0" baseline="0" noProof="0" dirty="0">
                <a:ln>
                  <a:noFill/>
                </a:ln>
                <a:solidFill>
                  <a:prstClr val="white"/>
                </a:solidFill>
                <a:effectLst/>
                <a:uLnTx/>
                <a:uFillTx/>
                <a:latin typeface="Tw Cen MT" panose="020B0602020104020603"/>
                <a:ea typeface="+mn-ea"/>
                <a:cs typeface="+mn-cs"/>
              </a:rPr>
              <a:t>front of the list</a:t>
            </a: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 the values were stored in the order:</a:t>
            </a:r>
          </a:p>
          <a:p>
            <a:pPr marL="0" marR="0" lvl="0" indent="-228600" algn="l" defTabSz="914400" rtl="0" eaLnBrk="1" fontAlgn="auto" latinLnBrk="0" hangingPunct="1">
              <a:lnSpc>
                <a:spcPct val="110000"/>
              </a:lnSpc>
              <a:spcBef>
                <a:spcPts val="1000"/>
              </a:spcBef>
              <a:spcAft>
                <a:spcPts val="0"/>
              </a:spcAft>
              <a:buClrTx/>
              <a:buSzPct val="125000"/>
              <a:buFont typeface="Arial" panose="020B0604020202020204" pitchFamily="34" charset="0"/>
              <a:buChar char="•"/>
              <a:tabLst/>
              <a:defRPr/>
            </a:pPr>
            <a:r>
              <a:rPr kumimoji="0" lang="en-US" sz="1200" b="1" i="0" u="none" strike="noStrike" kern="1200" cap="none" spc="0" normalizeH="0" baseline="0" noProof="0" dirty="0">
                <a:ln>
                  <a:noFill/>
                </a:ln>
                <a:solidFill>
                  <a:prstClr val="white"/>
                </a:solidFill>
                <a:effectLst/>
                <a:uLnTx/>
                <a:uFillTx/>
                <a:latin typeface="Tw Cen MT" panose="020B0602020104020603"/>
                <a:ea typeface="+mn-ea"/>
                <a:cs typeface="+mn-cs"/>
              </a:rPr>
              <a:t>12 → 8 → 4</a:t>
            </a:r>
            <a:endPar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endParaRPr>
          </a:p>
          <a:p>
            <a:pPr marL="0" marR="0" lvl="0" indent="-228600" algn="l" defTabSz="914400" rtl="0" eaLnBrk="1" fontAlgn="auto" latinLnBrk="0" hangingPunct="1">
              <a:lnSpc>
                <a:spcPct val="110000"/>
              </a:lnSpc>
              <a:spcBef>
                <a:spcPts val="1000"/>
              </a:spcBef>
              <a:spcAft>
                <a:spcPts val="0"/>
              </a:spcAft>
              <a:buClrTx/>
              <a:buSzPct val="1250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Next, we tested the deletion operation by deleting </a:t>
            </a:r>
            <a:r>
              <a:rPr kumimoji="0" lang="en-US" sz="1200" b="1" i="0" u="none" strike="noStrike" kern="1200" cap="none" spc="0" normalizeH="0" baseline="0" noProof="0" dirty="0">
                <a:ln>
                  <a:noFill/>
                </a:ln>
                <a:solidFill>
                  <a:prstClr val="white"/>
                </a:solidFill>
                <a:effectLst/>
                <a:uLnTx/>
                <a:uFillTx/>
                <a:latin typeface="Tw Cen MT" panose="020B0602020104020603"/>
                <a:ea typeface="+mn-ea"/>
                <a:cs typeface="+mn-cs"/>
              </a:rPr>
              <a:t>8</a:t>
            </a: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 which was located in the middle of the list. The program successfully removed the node and reconnected </a:t>
            </a:r>
            <a:r>
              <a:rPr kumimoji="0" lang="en-US" sz="1200" b="1" i="0" u="none" strike="noStrike" kern="1200" cap="none" spc="0" normalizeH="0" baseline="0" noProof="0" dirty="0">
                <a:ln>
                  <a:noFill/>
                </a:ln>
                <a:solidFill>
                  <a:prstClr val="white"/>
                </a:solidFill>
                <a:effectLst/>
                <a:uLnTx/>
                <a:uFillTx/>
                <a:latin typeface="Tw Cen MT" panose="020B0602020104020603"/>
                <a:ea typeface="+mn-ea"/>
                <a:cs typeface="+mn-cs"/>
              </a:rPr>
              <a:t>12 directly to 4</a:t>
            </a: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 displaying the message </a:t>
            </a:r>
            <a:r>
              <a:rPr kumimoji="0" lang="en-US" sz="1200" b="1" i="0" u="none" strike="noStrike" kern="1200" cap="none" spc="0" normalizeH="0" baseline="0" noProof="0" dirty="0">
                <a:ln>
                  <a:noFill/>
                </a:ln>
                <a:solidFill>
                  <a:prstClr val="white"/>
                </a:solidFill>
                <a:effectLst/>
                <a:uLnTx/>
                <a:uFillTx/>
                <a:latin typeface="Tw Cen MT" panose="020B0602020104020603"/>
                <a:ea typeface="+mn-ea"/>
                <a:cs typeface="+mn-cs"/>
              </a:rPr>
              <a:t>"Node deleted successfully."</a:t>
            </a:r>
            <a:endPar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endParaRPr>
          </a:p>
          <a:p>
            <a:pPr marL="0" marR="0" lvl="0" indent="-228600" algn="l" defTabSz="914400" rtl="0" eaLnBrk="1" fontAlgn="auto" latinLnBrk="0" hangingPunct="1">
              <a:lnSpc>
                <a:spcPct val="110000"/>
              </a:lnSpc>
              <a:spcBef>
                <a:spcPts val="1000"/>
              </a:spcBef>
              <a:spcAft>
                <a:spcPts val="0"/>
              </a:spcAft>
              <a:buClrTx/>
              <a:buSzPct val="1250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Finally, we selected the option to display the list. The output showed:</a:t>
            </a:r>
          </a:p>
          <a:p>
            <a:pPr marL="0" marR="0" lvl="0" indent="-228600" algn="l" defTabSz="914400" rtl="0" eaLnBrk="1" fontAlgn="auto" latinLnBrk="0" hangingPunct="1">
              <a:lnSpc>
                <a:spcPct val="110000"/>
              </a:lnSpc>
              <a:spcBef>
                <a:spcPts val="1000"/>
              </a:spcBef>
              <a:spcAft>
                <a:spcPts val="0"/>
              </a:spcAft>
              <a:buClrTx/>
              <a:buSzPct val="125000"/>
              <a:buFont typeface="Arial" panose="020B0604020202020204" pitchFamily="34" charset="0"/>
              <a:buChar char="•"/>
              <a:tabLst/>
              <a:defRPr/>
            </a:pPr>
            <a:r>
              <a:rPr kumimoji="0" lang="en-US" sz="1200" b="1" i="0" u="none" strike="noStrike" kern="1200" cap="none" spc="0" normalizeH="0" baseline="0" noProof="0" dirty="0">
                <a:ln>
                  <a:noFill/>
                </a:ln>
                <a:solidFill>
                  <a:prstClr val="white"/>
                </a:solidFill>
                <a:effectLst/>
                <a:uLnTx/>
                <a:uFillTx/>
                <a:latin typeface="Tw Cen MT" panose="020B0602020104020603"/>
                <a:ea typeface="+mn-ea"/>
                <a:cs typeface="+mn-cs"/>
              </a:rPr>
              <a:t>12 → 4</a:t>
            </a:r>
            <a:endPar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endParaRPr>
          </a:p>
          <a:p>
            <a:pPr marL="0" marR="0" lvl="0" indent="-228600" algn="l" defTabSz="914400" rtl="0" eaLnBrk="1" fontAlgn="auto" latinLnBrk="0" hangingPunct="1">
              <a:lnSpc>
                <a:spcPct val="110000"/>
              </a:lnSpc>
              <a:spcBef>
                <a:spcPts val="1000"/>
              </a:spcBef>
              <a:spcAft>
                <a:spcPts val="0"/>
              </a:spcAft>
              <a:buClrTx/>
              <a:buSzPct val="1250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This confirmed that both the </a:t>
            </a:r>
            <a:r>
              <a:rPr kumimoji="0" lang="en-US" sz="1200" b="1" i="0" u="none" strike="noStrike" kern="1200" cap="none" spc="0" normalizeH="0" baseline="0" noProof="0" dirty="0">
                <a:ln>
                  <a:noFill/>
                </a:ln>
                <a:solidFill>
                  <a:prstClr val="white"/>
                </a:solidFill>
                <a:effectLst/>
                <a:uLnTx/>
                <a:uFillTx/>
                <a:latin typeface="Tw Cen MT" panose="020B0602020104020603"/>
                <a:ea typeface="+mn-ea"/>
                <a:cs typeface="+mn-cs"/>
              </a:rPr>
              <a:t>insertion and deletion operations worked correctly</a:t>
            </a: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 and that the linked list maintained the correct connections between its nodes.</a:t>
            </a:r>
          </a:p>
        </p:txBody>
      </p:sp>
      <p:pic>
        <p:nvPicPr>
          <p:cNvPr id="9" name="Picture 8">
            <a:extLst>
              <a:ext uri="{FF2B5EF4-FFF2-40B4-BE49-F238E27FC236}">
                <a16:creationId xmlns:a16="http://schemas.microsoft.com/office/drawing/2014/main" id="{BDF3BAB8-A625-0265-8D89-ED5788E44957}"/>
              </a:ext>
            </a:extLst>
          </p:cNvPr>
          <p:cNvPicPr>
            <a:picLocks noChangeAspect="1"/>
          </p:cNvPicPr>
          <p:nvPr/>
        </p:nvPicPr>
        <p:blipFill>
          <a:blip r:embed="rId5"/>
          <a:stretch>
            <a:fillRect/>
          </a:stretch>
        </p:blipFill>
        <p:spPr>
          <a:xfrm>
            <a:off x="7560628" y="1066800"/>
            <a:ext cx="4136304" cy="4065022"/>
          </a:xfrm>
          <a:prstGeom prst="rect">
            <a:avLst/>
          </a:prstGeom>
        </p:spPr>
      </p:pic>
      <p:sp>
        <p:nvSpPr>
          <p:cNvPr id="11" name="TextBox 10">
            <a:extLst>
              <a:ext uri="{FF2B5EF4-FFF2-40B4-BE49-F238E27FC236}">
                <a16:creationId xmlns:a16="http://schemas.microsoft.com/office/drawing/2014/main" id="{F8FF685F-AC30-42B0-4FE9-2EEFB68D05BE}"/>
              </a:ext>
            </a:extLst>
          </p:cNvPr>
          <p:cNvSpPr txBox="1"/>
          <p:nvPr/>
        </p:nvSpPr>
        <p:spPr>
          <a:xfrm>
            <a:off x="7560628" y="5320360"/>
            <a:ext cx="6177280" cy="369332"/>
          </a:xfrm>
          <a:prstGeom prst="rect">
            <a:avLst/>
          </a:prstGeom>
          <a:noFill/>
        </p:spPr>
        <p:txBody>
          <a:bodyPr wrap="square">
            <a:spAutoFit/>
          </a:bodyPr>
          <a:lstStyle/>
          <a:p>
            <a:r>
              <a:rPr lang="en-ZA" sz="1800" dirty="0">
                <a:hlinkClick r:id="rId6"/>
              </a:rPr>
              <a:t>https://web-based-c-compiler.vercel.app/</a:t>
            </a:r>
            <a:endParaRPr lang="en-ZA" sz="1800" dirty="0"/>
          </a:p>
        </p:txBody>
      </p:sp>
    </p:spTree>
    <p:extLst>
      <p:ext uri="{BB962C8B-B14F-4D97-AF65-F5344CB8AC3E}">
        <p14:creationId xmlns:p14="http://schemas.microsoft.com/office/powerpoint/2010/main" val="708266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2DB9E26-94C6-341C-8D72-AE9A6F73BE33}"/>
              </a:ext>
            </a:extLst>
          </p:cNvPr>
          <p:cNvPicPr>
            <a:picLocks noChangeAspect="1"/>
          </p:cNvPicPr>
          <p:nvPr/>
        </p:nvPicPr>
        <p:blipFill>
          <a:blip r:embed="rId2">
            <a:extLst>
              <a:ext uri="{837473B0-CC2E-450A-ABE3-18F120FF3D39}">
                <a1611:picAttrSrcUrl xmlns:a1611="http://schemas.microsoft.com/office/drawing/2016/11/main" r:id="rId3"/>
              </a:ext>
            </a:extLst>
          </a:blip>
          <a:srcRect/>
          <a:stretch/>
        </p:blipFill>
        <p:spPr>
          <a:xfrm>
            <a:off x="-38298" y="0"/>
            <a:ext cx="12189541" cy="6858000"/>
          </a:xfrm>
          <a:prstGeom prst="rect">
            <a:avLst/>
          </a:prstGeom>
        </p:spPr>
      </p:pic>
      <p:sp>
        <p:nvSpPr>
          <p:cNvPr id="2" name="TextBox 1">
            <a:extLst>
              <a:ext uri="{FF2B5EF4-FFF2-40B4-BE49-F238E27FC236}">
                <a16:creationId xmlns:a16="http://schemas.microsoft.com/office/drawing/2014/main" id="{43116EEA-0316-AB74-30F2-8E34E428A10C}"/>
              </a:ext>
            </a:extLst>
          </p:cNvPr>
          <p:cNvSpPr txBox="1"/>
          <p:nvPr/>
        </p:nvSpPr>
        <p:spPr>
          <a:xfrm>
            <a:off x="1141413" y="618518"/>
            <a:ext cx="9905998" cy="1478570"/>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600" u="sng" cap="all" dirty="0">
                <a:latin typeface="+mj-lt"/>
                <a:ea typeface="+mj-ea"/>
                <a:cs typeface="+mj-cs"/>
              </a:rPr>
              <a:t>Conclusion</a:t>
            </a:r>
          </a:p>
        </p:txBody>
      </p:sp>
      <p:graphicFrame>
        <p:nvGraphicFramePr>
          <p:cNvPr id="7" name="TextBox 2">
            <a:extLst>
              <a:ext uri="{FF2B5EF4-FFF2-40B4-BE49-F238E27FC236}">
                <a16:creationId xmlns:a16="http://schemas.microsoft.com/office/drawing/2014/main" id="{652CD641-4822-7945-1076-BC69FA445649}"/>
              </a:ext>
            </a:extLst>
          </p:cNvPr>
          <p:cNvGraphicFramePr/>
          <p:nvPr>
            <p:extLst>
              <p:ext uri="{D42A27DB-BD31-4B8C-83A1-F6EECF244321}">
                <p14:modId xmlns:p14="http://schemas.microsoft.com/office/powerpoint/2010/main" val="466681798"/>
              </p:ext>
            </p:extLst>
          </p:nvPr>
        </p:nvGraphicFramePr>
        <p:xfrm>
          <a:off x="1141413" y="2418820"/>
          <a:ext cx="9906000" cy="31427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6151084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0B38558-5389-4817-936F-FD62560CAC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CCB252B9-42EF-4414-AA22-2A95C1819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F9C2C800-C3E3-4317-A3CC-1558D71F14BC}"/>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4" name="Picture 3">
            <a:extLst>
              <a:ext uri="{FF2B5EF4-FFF2-40B4-BE49-F238E27FC236}">
                <a16:creationId xmlns:a16="http://schemas.microsoft.com/office/drawing/2014/main" id="{4B216623-4B59-4FC0-8E90-468349035D24}"/>
              </a:ext>
            </a:extLst>
          </p:cNvPr>
          <p:cNvPicPr>
            <a:picLocks noChangeAspect="1"/>
          </p:cNvPicPr>
          <p:nvPr/>
        </p:nvPicPr>
        <p:blipFill>
          <a:blip r:embed="rId4">
            <a:alphaModFix/>
          </a:blip>
          <a:srcRect b="16020"/>
          <a:stretch>
            <a:fillRect/>
          </a:stretch>
        </p:blipFill>
        <p:spPr>
          <a:xfrm>
            <a:off x="3611" y="10"/>
            <a:ext cx="12188389" cy="6857990"/>
          </a:xfrm>
          <a:prstGeom prst="rect">
            <a:avLst/>
          </a:prstGeom>
        </p:spPr>
      </p:pic>
      <p:grpSp>
        <p:nvGrpSpPr>
          <p:cNvPr id="13" name="Group 12">
            <a:extLst>
              <a:ext uri="{FF2B5EF4-FFF2-40B4-BE49-F238E27FC236}">
                <a16:creationId xmlns:a16="http://schemas.microsoft.com/office/drawing/2014/main" id="{15502586-682B-4EDF-9515-674BB4E1CD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11455400" cy="6848476"/>
            <a:chOff x="372533" y="0"/>
            <a:chExt cx="11455400" cy="6848476"/>
          </a:xfrm>
        </p:grpSpPr>
        <p:sp>
          <p:nvSpPr>
            <p:cNvPr id="14" name="Round Diagonal Corner Rectangle 7">
              <a:extLst>
                <a:ext uri="{FF2B5EF4-FFF2-40B4-BE49-F238E27FC236}">
                  <a16:creationId xmlns:a16="http://schemas.microsoft.com/office/drawing/2014/main" id="{C4491F87-B86B-413A-ACCD-56525E533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04A25545-7FDA-465A-8546-9D927F8286F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35" name="Freeform 32">
                <a:extLst>
                  <a:ext uri="{FF2B5EF4-FFF2-40B4-BE49-F238E27FC236}">
                    <a16:creationId xmlns:a16="http://schemas.microsoft.com/office/drawing/2014/main" id="{0AC67F09-E0D9-410A-A4DE-72D31697E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ZA"/>
              </a:p>
            </p:txBody>
          </p:sp>
          <p:sp>
            <p:nvSpPr>
              <p:cNvPr id="36" name="Freeform 33">
                <a:extLst>
                  <a:ext uri="{FF2B5EF4-FFF2-40B4-BE49-F238E27FC236}">
                    <a16:creationId xmlns:a16="http://schemas.microsoft.com/office/drawing/2014/main" id="{B78F2FDE-85C9-4650-919F-C35464007D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ZA"/>
              </a:p>
            </p:txBody>
          </p:sp>
          <p:sp>
            <p:nvSpPr>
              <p:cNvPr id="37" name="Freeform 34">
                <a:extLst>
                  <a:ext uri="{FF2B5EF4-FFF2-40B4-BE49-F238E27FC236}">
                    <a16:creationId xmlns:a16="http://schemas.microsoft.com/office/drawing/2014/main" id="{57DD2F8B-5242-455C-B03F-E2F6B6732E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ZA"/>
              </a:p>
            </p:txBody>
          </p:sp>
          <p:sp>
            <p:nvSpPr>
              <p:cNvPr id="38" name="Freeform 37">
                <a:extLst>
                  <a:ext uri="{FF2B5EF4-FFF2-40B4-BE49-F238E27FC236}">
                    <a16:creationId xmlns:a16="http://schemas.microsoft.com/office/drawing/2014/main" id="{B8CE3E90-8A76-4CD5-B28C-D71FF371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ZA"/>
              </a:p>
            </p:txBody>
          </p:sp>
        </p:grpSp>
        <p:grpSp>
          <p:nvGrpSpPr>
            <p:cNvPr id="16" name="Group 15">
              <a:extLst>
                <a:ext uri="{FF2B5EF4-FFF2-40B4-BE49-F238E27FC236}">
                  <a16:creationId xmlns:a16="http://schemas.microsoft.com/office/drawing/2014/main" id="{4C374541-D033-4B72-A232-5461EEAD4DF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29" name="Freeform 35">
                <a:extLst>
                  <a:ext uri="{FF2B5EF4-FFF2-40B4-BE49-F238E27FC236}">
                    <a16:creationId xmlns:a16="http://schemas.microsoft.com/office/drawing/2014/main" id="{94766BAB-FE6E-4247-886B-736F831FE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ZA"/>
              </a:p>
            </p:txBody>
          </p:sp>
          <p:sp>
            <p:nvSpPr>
              <p:cNvPr id="30" name="Freeform 36">
                <a:extLst>
                  <a:ext uri="{FF2B5EF4-FFF2-40B4-BE49-F238E27FC236}">
                    <a16:creationId xmlns:a16="http://schemas.microsoft.com/office/drawing/2014/main" id="{3C954FB2-C7A0-468C-8AD2-C278DCA642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ZA"/>
              </a:p>
            </p:txBody>
          </p:sp>
          <p:sp>
            <p:nvSpPr>
              <p:cNvPr id="31" name="Freeform 38">
                <a:extLst>
                  <a:ext uri="{FF2B5EF4-FFF2-40B4-BE49-F238E27FC236}">
                    <a16:creationId xmlns:a16="http://schemas.microsoft.com/office/drawing/2014/main" id="{F52FBFD5-A528-4DB8-A802-814A7E421D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ZA"/>
              </a:p>
            </p:txBody>
          </p:sp>
          <p:sp>
            <p:nvSpPr>
              <p:cNvPr id="32" name="Freeform 39">
                <a:extLst>
                  <a:ext uri="{FF2B5EF4-FFF2-40B4-BE49-F238E27FC236}">
                    <a16:creationId xmlns:a16="http://schemas.microsoft.com/office/drawing/2014/main" id="{E57CCB6D-72AF-4D41-8C6C-9750D43DC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ZA"/>
              </a:p>
            </p:txBody>
          </p:sp>
          <p:sp>
            <p:nvSpPr>
              <p:cNvPr id="33" name="Freeform 40">
                <a:extLst>
                  <a:ext uri="{FF2B5EF4-FFF2-40B4-BE49-F238E27FC236}">
                    <a16:creationId xmlns:a16="http://schemas.microsoft.com/office/drawing/2014/main" id="{19D203AA-CF94-405B-800C-0C79855218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ZA"/>
              </a:p>
            </p:txBody>
          </p:sp>
          <p:sp>
            <p:nvSpPr>
              <p:cNvPr id="34" name="Rectangle 41">
                <a:extLst>
                  <a:ext uri="{FF2B5EF4-FFF2-40B4-BE49-F238E27FC236}">
                    <a16:creationId xmlns:a16="http://schemas.microsoft.com/office/drawing/2014/main" id="{7D053665-E810-419F-9D63-2A54CB477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ZA"/>
              </a:p>
            </p:txBody>
          </p:sp>
        </p:grpSp>
        <p:grpSp>
          <p:nvGrpSpPr>
            <p:cNvPr id="17" name="Group 16">
              <a:extLst>
                <a:ext uri="{FF2B5EF4-FFF2-40B4-BE49-F238E27FC236}">
                  <a16:creationId xmlns:a16="http://schemas.microsoft.com/office/drawing/2014/main" id="{DEAF6153-6BF6-448C-81C1-2817B0F7800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5" name="Freeform 32">
                <a:extLst>
                  <a:ext uri="{FF2B5EF4-FFF2-40B4-BE49-F238E27FC236}">
                    <a16:creationId xmlns:a16="http://schemas.microsoft.com/office/drawing/2014/main" id="{A7E0D3C0-552C-4741-AFBE-E665CEA068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ZA"/>
              </a:p>
            </p:txBody>
          </p:sp>
          <p:sp>
            <p:nvSpPr>
              <p:cNvPr id="26" name="Freeform 33">
                <a:extLst>
                  <a:ext uri="{FF2B5EF4-FFF2-40B4-BE49-F238E27FC236}">
                    <a16:creationId xmlns:a16="http://schemas.microsoft.com/office/drawing/2014/main" id="{CAF96EBF-4E74-4F88-BD05-A4AE1694A4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ZA"/>
              </a:p>
            </p:txBody>
          </p:sp>
          <p:sp>
            <p:nvSpPr>
              <p:cNvPr id="27" name="Freeform 34">
                <a:extLst>
                  <a:ext uri="{FF2B5EF4-FFF2-40B4-BE49-F238E27FC236}">
                    <a16:creationId xmlns:a16="http://schemas.microsoft.com/office/drawing/2014/main" id="{D49C51B9-E4E4-410D-8AAB-7E308A1D45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ZA"/>
              </a:p>
            </p:txBody>
          </p:sp>
          <p:sp>
            <p:nvSpPr>
              <p:cNvPr id="28" name="Freeform 37">
                <a:extLst>
                  <a:ext uri="{FF2B5EF4-FFF2-40B4-BE49-F238E27FC236}">
                    <a16:creationId xmlns:a16="http://schemas.microsoft.com/office/drawing/2014/main" id="{354F0627-1BD6-4455-967A-32DB31C82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ZA"/>
              </a:p>
            </p:txBody>
          </p:sp>
        </p:grpSp>
        <p:grpSp>
          <p:nvGrpSpPr>
            <p:cNvPr id="18" name="Group 17">
              <a:extLst>
                <a:ext uri="{FF2B5EF4-FFF2-40B4-BE49-F238E27FC236}">
                  <a16:creationId xmlns:a16="http://schemas.microsoft.com/office/drawing/2014/main" id="{BC21AED9-0CB5-426C-A1C4-6EEB548050D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9" name="Freeform 35">
                <a:extLst>
                  <a:ext uri="{FF2B5EF4-FFF2-40B4-BE49-F238E27FC236}">
                    <a16:creationId xmlns:a16="http://schemas.microsoft.com/office/drawing/2014/main" id="{8D8A778B-9916-47AC-A28A-07F01A83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ZA"/>
              </a:p>
            </p:txBody>
          </p:sp>
          <p:sp>
            <p:nvSpPr>
              <p:cNvPr id="20" name="Freeform 36">
                <a:extLst>
                  <a:ext uri="{FF2B5EF4-FFF2-40B4-BE49-F238E27FC236}">
                    <a16:creationId xmlns:a16="http://schemas.microsoft.com/office/drawing/2014/main" id="{65323B96-DF0E-463C-B290-C22D3C5532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ZA"/>
              </a:p>
            </p:txBody>
          </p:sp>
          <p:sp>
            <p:nvSpPr>
              <p:cNvPr id="21" name="Freeform 38">
                <a:extLst>
                  <a:ext uri="{FF2B5EF4-FFF2-40B4-BE49-F238E27FC236}">
                    <a16:creationId xmlns:a16="http://schemas.microsoft.com/office/drawing/2014/main" id="{65A0E255-1142-422E-A62A-5044177C5A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ZA"/>
              </a:p>
            </p:txBody>
          </p:sp>
          <p:sp>
            <p:nvSpPr>
              <p:cNvPr id="22" name="Freeform 39">
                <a:extLst>
                  <a:ext uri="{FF2B5EF4-FFF2-40B4-BE49-F238E27FC236}">
                    <a16:creationId xmlns:a16="http://schemas.microsoft.com/office/drawing/2014/main" id="{233A955D-DB0D-42F8-B490-E01FB9C45C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ZA"/>
              </a:p>
            </p:txBody>
          </p:sp>
          <p:sp>
            <p:nvSpPr>
              <p:cNvPr id="23" name="Freeform 40">
                <a:extLst>
                  <a:ext uri="{FF2B5EF4-FFF2-40B4-BE49-F238E27FC236}">
                    <a16:creationId xmlns:a16="http://schemas.microsoft.com/office/drawing/2014/main" id="{F0F0C29B-EB52-470C-AF64-FC54F5C250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ZA"/>
              </a:p>
            </p:txBody>
          </p:sp>
          <p:sp>
            <p:nvSpPr>
              <p:cNvPr id="24" name="Rectangle 41">
                <a:extLst>
                  <a:ext uri="{FF2B5EF4-FFF2-40B4-BE49-F238E27FC236}">
                    <a16:creationId xmlns:a16="http://schemas.microsoft.com/office/drawing/2014/main" id="{A6C0E942-454D-483D-84FB-89308C8F15B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ZA"/>
              </a:p>
            </p:txBody>
          </p:sp>
        </p:grpSp>
      </p:grpSp>
      <p:sp>
        <p:nvSpPr>
          <p:cNvPr id="2" name="Title 1">
            <a:extLst>
              <a:ext uri="{FF2B5EF4-FFF2-40B4-BE49-F238E27FC236}">
                <a16:creationId xmlns:a16="http://schemas.microsoft.com/office/drawing/2014/main" id="{0A6BCF94-F108-4D92-8C4F-CD9273947A31}"/>
              </a:ext>
            </a:extLst>
          </p:cNvPr>
          <p:cNvSpPr>
            <a:spLocks noGrp="1"/>
          </p:cNvSpPr>
          <p:nvPr>
            <p:ph type="title"/>
          </p:nvPr>
        </p:nvSpPr>
        <p:spPr>
          <a:xfrm>
            <a:off x="1143001" y="1007533"/>
            <a:ext cx="9905998" cy="1092200"/>
          </a:xfrm>
        </p:spPr>
        <p:txBody>
          <a:bodyPr>
            <a:normAutofit/>
          </a:bodyPr>
          <a:lstStyle/>
          <a:p>
            <a:pPr algn="ctr"/>
            <a:r>
              <a:rPr lang="en-US" u="sng"/>
              <a:t>References </a:t>
            </a:r>
            <a:endParaRPr lang="en-US" u="sng" dirty="0"/>
          </a:p>
        </p:txBody>
      </p:sp>
      <p:sp>
        <p:nvSpPr>
          <p:cNvPr id="3" name="Content Placeholder 2">
            <a:extLst>
              <a:ext uri="{FF2B5EF4-FFF2-40B4-BE49-F238E27FC236}">
                <a16:creationId xmlns:a16="http://schemas.microsoft.com/office/drawing/2014/main" id="{78399AB7-9E36-4EAD-B44A-9E0CEA24AACE}"/>
              </a:ext>
            </a:extLst>
          </p:cNvPr>
          <p:cNvSpPr>
            <a:spLocks noGrp="1"/>
          </p:cNvSpPr>
          <p:nvPr>
            <p:ph idx="1"/>
          </p:nvPr>
        </p:nvSpPr>
        <p:spPr>
          <a:xfrm>
            <a:off x="1143001" y="2252134"/>
            <a:ext cx="9905999" cy="3454399"/>
          </a:xfrm>
        </p:spPr>
        <p:txBody>
          <a:bodyPr anchor="ctr">
            <a:normAutofit/>
          </a:bodyPr>
          <a:lstStyle/>
          <a:p>
            <a:pPr>
              <a:lnSpc>
                <a:spcPct val="110000"/>
              </a:lnSpc>
            </a:pPr>
            <a:r>
              <a:rPr lang="en-US" sz="1100"/>
              <a:t>Cormen, T.H., Leiserson, C.E., Rivest, R.L. and Stein, C.,2022. Introduction to Algorithms. 4th ed. Cambridge: MIT Press.</a:t>
            </a:r>
            <a:endParaRPr lang="en-ZA" sz="1100"/>
          </a:p>
          <a:p>
            <a:pPr>
              <a:lnSpc>
                <a:spcPct val="110000"/>
              </a:lnSpc>
            </a:pPr>
            <a:r>
              <a:rPr lang="en-US" sz="1100"/>
              <a:t>Goodrich, M.T., Tamassia, R. and Goldwasser, M.H.,2020. Data Structures and Algorithms in Python. Hoboken: Wiley.</a:t>
            </a:r>
            <a:endParaRPr lang="en-ZA" sz="1100"/>
          </a:p>
          <a:p>
            <a:pPr>
              <a:lnSpc>
                <a:spcPct val="110000"/>
              </a:lnSpc>
            </a:pPr>
            <a:r>
              <a:rPr lang="en-US" sz="1100"/>
              <a:t>Sedgewick, R. and Wayne, K., 2020. Algorithms. 4th ed. Boston: Addison-Wesley.</a:t>
            </a:r>
            <a:endParaRPr lang="en-ZA" sz="1100"/>
          </a:p>
          <a:p>
            <a:pPr>
              <a:lnSpc>
                <a:spcPct val="110000"/>
              </a:lnSpc>
            </a:pPr>
            <a:r>
              <a:rPr lang="en-ZA" sz="1100"/>
              <a:t>Malik, D.S. 2018. C++ programming: Program design including data structures. 8</a:t>
            </a:r>
            <a:r>
              <a:rPr lang="en-ZA" sz="1100" baseline="30000"/>
              <a:t>th</a:t>
            </a:r>
            <a:r>
              <a:rPr lang="en-ZA" sz="1100"/>
              <a:t> ed. Boston, MA: Cengage Learning.</a:t>
            </a:r>
          </a:p>
          <a:p>
            <a:pPr>
              <a:lnSpc>
                <a:spcPct val="110000"/>
              </a:lnSpc>
            </a:pPr>
            <a:r>
              <a:rPr lang="en-ZA" sz="1100" u="sng">
                <a:hlinkClick r:id="rId5"/>
              </a:rPr>
              <a:t>https://www.geeksforgeeks.org/c/c-program-to-implement-singly-linked-list</a:t>
            </a:r>
            <a:endParaRPr lang="en-ZA" sz="1100"/>
          </a:p>
          <a:p>
            <a:pPr>
              <a:lnSpc>
                <a:spcPct val="110000"/>
              </a:lnSpc>
            </a:pPr>
            <a:r>
              <a:rPr lang="en-ZA" sz="1100" b="1"/>
              <a:t>cppreference.com (n.d.)</a:t>
            </a:r>
            <a:r>
              <a:rPr lang="en-ZA" sz="1100"/>
              <a:t> </a:t>
            </a:r>
            <a:r>
              <a:rPr lang="en-ZA" sz="1100" i="1"/>
              <a:t>std::forward_list</a:t>
            </a:r>
            <a:r>
              <a:rPr lang="en-ZA" sz="1100"/>
              <a:t>. Available at: (Accessed: 26 September 2026).</a:t>
            </a:r>
          </a:p>
          <a:p>
            <a:pPr>
              <a:lnSpc>
                <a:spcPct val="110000"/>
              </a:lnSpc>
            </a:pPr>
            <a:r>
              <a:rPr lang="en-ZA" sz="1100" b="1"/>
              <a:t>Stanford University (2024)</a:t>
            </a:r>
            <a:r>
              <a:rPr lang="en-ZA" sz="1100"/>
              <a:t> </a:t>
            </a:r>
            <a:r>
              <a:rPr lang="en-ZA" sz="1100" i="1"/>
              <a:t>CS106B: More Linked Lists</a:t>
            </a:r>
            <a:r>
              <a:rPr lang="en-ZA" sz="1100"/>
              <a:t>. Available at: </a:t>
            </a:r>
            <a:r>
              <a:rPr lang="en-ZA" sz="1100">
                <a:hlinkClick r:id="rId6"/>
              </a:rPr>
              <a:t>Stanford CS106B — More Linked Lists</a:t>
            </a:r>
            <a:r>
              <a:rPr lang="en-ZA" sz="1100"/>
              <a:t> (Accessed: 26 September 2026).</a:t>
            </a:r>
          </a:p>
          <a:p>
            <a:pPr>
              <a:lnSpc>
                <a:spcPct val="110000"/>
              </a:lnSpc>
            </a:pPr>
            <a:r>
              <a:rPr lang="en-ZA" sz="1100" b="1"/>
              <a:t>University of Chicago (n.d.)</a:t>
            </a:r>
            <a:r>
              <a:rPr lang="en-ZA" sz="1100"/>
              <a:t> </a:t>
            </a:r>
            <a:r>
              <a:rPr lang="en-ZA" sz="1100" i="1"/>
              <a:t>Systems Programming I: Lecture 9 — Linked Lists</a:t>
            </a:r>
            <a:r>
              <a:rPr lang="en-ZA" sz="1100"/>
              <a:t>. Available at: </a:t>
            </a:r>
            <a:r>
              <a:rPr lang="en-ZA" sz="1100">
                <a:hlinkClick r:id="rId7"/>
              </a:rPr>
              <a:t>University of Chicago — Linked Lists Lecture</a:t>
            </a:r>
            <a:r>
              <a:rPr lang="en-ZA" sz="1100"/>
              <a:t> (Accessed: 26 September 2026).</a:t>
            </a:r>
          </a:p>
          <a:p>
            <a:pPr>
              <a:lnSpc>
                <a:spcPct val="110000"/>
              </a:lnSpc>
            </a:pPr>
            <a:r>
              <a:rPr lang="en-ZA" sz="1100" b="1"/>
              <a:t>University of Maryland, Baltimore County (n.d.)</a:t>
            </a:r>
            <a:r>
              <a:rPr lang="en-ZA" sz="1100"/>
              <a:t> </a:t>
            </a:r>
            <a:r>
              <a:rPr lang="en-ZA" sz="1100" i="1"/>
              <a:t>Linked List</a:t>
            </a:r>
            <a:r>
              <a:rPr lang="en-ZA" sz="1100"/>
              <a:t>. Available at: </a:t>
            </a:r>
            <a:r>
              <a:rPr lang="en-ZA" sz="1100">
                <a:hlinkClick r:id="rId8"/>
              </a:rPr>
              <a:t>UMBC — Linked List Lecture</a:t>
            </a:r>
            <a:r>
              <a:rPr lang="en-ZA" sz="1100"/>
              <a:t> (Accessed: 26 September 2026).</a:t>
            </a:r>
          </a:p>
          <a:p>
            <a:pPr>
              <a:lnSpc>
                <a:spcPct val="110000"/>
              </a:lnSpc>
            </a:pPr>
            <a:r>
              <a:rPr lang="en-ZA" sz="1100" b="1"/>
              <a:t>University of Southern California (n.d.)</a:t>
            </a:r>
            <a:r>
              <a:rPr lang="en-ZA" sz="1100"/>
              <a:t> </a:t>
            </a:r>
            <a:r>
              <a:rPr lang="en-ZA" sz="1100" i="1"/>
              <a:t>Linked Lists</a:t>
            </a:r>
            <a:r>
              <a:rPr lang="en-ZA" sz="1100"/>
              <a:t>. Available at: </a:t>
            </a:r>
            <a:r>
              <a:rPr lang="en-ZA" sz="1100">
                <a:hlinkClick r:id="rId9"/>
              </a:rPr>
              <a:t>USC — Linked Lists Notes</a:t>
            </a:r>
            <a:r>
              <a:rPr lang="en-ZA" sz="1100"/>
              <a:t> (Accessed: 26 September 2026).</a:t>
            </a:r>
          </a:p>
          <a:p>
            <a:pPr>
              <a:lnSpc>
                <a:spcPct val="110000"/>
              </a:lnSpc>
            </a:pPr>
            <a:r>
              <a:rPr lang="en-ZA" sz="1100" b="1"/>
              <a:t>University of Illinois Urbana-Champaign (2024)</a:t>
            </a:r>
            <a:r>
              <a:rPr lang="en-ZA" sz="1100"/>
              <a:t> </a:t>
            </a:r>
            <a:r>
              <a:rPr lang="en-ZA" sz="1100" i="1"/>
              <a:t>ECE 220: Linked Lists</a:t>
            </a:r>
            <a:r>
              <a:rPr lang="en-ZA" sz="1100"/>
              <a:t>. Available at: </a:t>
            </a:r>
            <a:r>
              <a:rPr lang="en-ZA" sz="1100">
                <a:hlinkClick r:id="rId10"/>
              </a:rPr>
              <a:t>University of Illinois — ECE 220 Linked Lists</a:t>
            </a:r>
            <a:r>
              <a:rPr lang="en-ZA" sz="1100"/>
              <a:t> (Accessed: 26 September 2026).</a:t>
            </a:r>
          </a:p>
          <a:p>
            <a:pPr>
              <a:lnSpc>
                <a:spcPct val="110000"/>
              </a:lnSpc>
            </a:pPr>
            <a:endParaRPr lang="en-US" sz="1100"/>
          </a:p>
        </p:txBody>
      </p:sp>
    </p:spTree>
    <p:extLst>
      <p:ext uri="{BB962C8B-B14F-4D97-AF65-F5344CB8AC3E}">
        <p14:creationId xmlns:p14="http://schemas.microsoft.com/office/powerpoint/2010/main" val="1094849372"/>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175F333-70C5-3306-6953-B8CD2CE1F2DB}"/>
            </a:ext>
          </a:extLst>
        </p:cNvPr>
        <p:cNvGrpSpPr/>
        <p:nvPr/>
      </p:nvGrpSpPr>
      <p:grpSpPr>
        <a:xfrm>
          <a:off x="0" y="0"/>
          <a:ext cx="0" cy="0"/>
          <a:chOff x="0" y="0"/>
          <a:chExt cx="0" cy="0"/>
        </a:xfrm>
      </p:grpSpPr>
      <p:pic>
        <p:nvPicPr>
          <p:cNvPr id="10" name="Picture 9" descr="Binary code on screen">
            <a:extLst>
              <a:ext uri="{FF2B5EF4-FFF2-40B4-BE49-F238E27FC236}">
                <a16:creationId xmlns:a16="http://schemas.microsoft.com/office/drawing/2014/main" id="{1C7410B4-37FE-4AA3-2023-6B26060AD402}"/>
              </a:ext>
            </a:extLst>
          </p:cNvPr>
          <p:cNvPicPr>
            <a:picLocks noChangeAspect="1"/>
          </p:cNvPicPr>
          <p:nvPr/>
        </p:nvPicPr>
        <p:blipFill>
          <a:blip r:embed="rId2"/>
          <a:stretch>
            <a:fillRect/>
          </a:stretch>
        </p:blipFill>
        <p:spPr>
          <a:xfrm>
            <a:off x="0" y="189"/>
            <a:ext cx="12192000" cy="6857621"/>
          </a:xfrm>
          <a:prstGeom prst="rect">
            <a:avLst/>
          </a:prstGeom>
        </p:spPr>
      </p:pic>
      <p:sp>
        <p:nvSpPr>
          <p:cNvPr id="2" name="Title 1">
            <a:extLst>
              <a:ext uri="{FF2B5EF4-FFF2-40B4-BE49-F238E27FC236}">
                <a16:creationId xmlns:a16="http://schemas.microsoft.com/office/drawing/2014/main" id="{87C35FD2-0C0C-5FC7-C342-ABE0C512BBE2}"/>
              </a:ext>
            </a:extLst>
          </p:cNvPr>
          <p:cNvSpPr>
            <a:spLocks noGrp="1"/>
          </p:cNvSpPr>
          <p:nvPr>
            <p:ph type="title"/>
          </p:nvPr>
        </p:nvSpPr>
        <p:spPr/>
        <p:txBody>
          <a:bodyPr>
            <a:normAutofit/>
          </a:bodyPr>
          <a:lstStyle/>
          <a:p>
            <a:pPr algn="ctr"/>
            <a:r>
              <a:rPr lang="en-US" u="sng"/>
              <a:t>Group Members</a:t>
            </a:r>
          </a:p>
        </p:txBody>
      </p:sp>
      <p:graphicFrame>
        <p:nvGraphicFramePr>
          <p:cNvPr id="6" name="Content Placeholder 5">
            <a:extLst>
              <a:ext uri="{FF2B5EF4-FFF2-40B4-BE49-F238E27FC236}">
                <a16:creationId xmlns:a16="http://schemas.microsoft.com/office/drawing/2014/main" id="{02211DA2-2598-4093-8B71-D95C199BAD11}"/>
              </a:ext>
            </a:extLst>
          </p:cNvPr>
          <p:cNvGraphicFramePr>
            <a:graphicFrameLocks noGrp="1"/>
          </p:cNvGraphicFramePr>
          <p:nvPr>
            <p:ph idx="1"/>
            <p:extLst>
              <p:ext uri="{D42A27DB-BD31-4B8C-83A1-F6EECF244321}">
                <p14:modId xmlns:p14="http://schemas.microsoft.com/office/powerpoint/2010/main" val="1475664671"/>
              </p:ext>
            </p:extLst>
          </p:nvPr>
        </p:nvGraphicFramePr>
        <p:xfrm>
          <a:off x="6096000" y="2497719"/>
          <a:ext cx="4951411" cy="3047892"/>
        </p:xfrm>
        <a:graphic>
          <a:graphicData uri="http://schemas.openxmlformats.org/drawingml/2006/table">
            <a:tbl>
              <a:tblPr/>
              <a:tblGrid>
                <a:gridCol w="1242706">
                  <a:extLst>
                    <a:ext uri="{9D8B030D-6E8A-4147-A177-3AD203B41FA5}">
                      <a16:colId xmlns:a16="http://schemas.microsoft.com/office/drawing/2014/main" val="2484236264"/>
                    </a:ext>
                  </a:extLst>
                </a:gridCol>
                <a:gridCol w="1417463">
                  <a:extLst>
                    <a:ext uri="{9D8B030D-6E8A-4147-A177-3AD203B41FA5}">
                      <a16:colId xmlns:a16="http://schemas.microsoft.com/office/drawing/2014/main" val="2986527392"/>
                    </a:ext>
                  </a:extLst>
                </a:gridCol>
                <a:gridCol w="2291242">
                  <a:extLst>
                    <a:ext uri="{9D8B030D-6E8A-4147-A177-3AD203B41FA5}">
                      <a16:colId xmlns:a16="http://schemas.microsoft.com/office/drawing/2014/main" val="1063635850"/>
                    </a:ext>
                  </a:extLst>
                </a:gridCol>
              </a:tblGrid>
              <a:tr h="253991">
                <a:tc>
                  <a:txBody>
                    <a:bodyPr/>
                    <a:lstStyle/>
                    <a:p>
                      <a:pPr algn="ctr" fontAlgn="b">
                        <a:buNone/>
                      </a:pPr>
                      <a:r>
                        <a:rPr lang="en-ZA" sz="1100" b="1" i="0" u="none" strike="noStrike">
                          <a:solidFill>
                            <a:srgbClr val="FFFFFF"/>
                          </a:solidFill>
                          <a:effectLst/>
                          <a:latin typeface="Aptos Narrow" panose="020B0004020202020204" pitchFamily="34" charset="0"/>
                        </a:rPr>
                        <a:t>Initials</a:t>
                      </a:r>
                    </a:p>
                  </a:txBody>
                  <a:tcPr marL="7620" marR="7620" marT="7620" marB="0" anchor="b">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A02B93"/>
                    </a:solidFill>
                  </a:tcPr>
                </a:tc>
                <a:tc>
                  <a:txBody>
                    <a:bodyPr/>
                    <a:lstStyle/>
                    <a:p>
                      <a:pPr algn="ctr" fontAlgn="b">
                        <a:buNone/>
                      </a:pPr>
                      <a:r>
                        <a:rPr lang="en-ZA" sz="1100" b="1" i="0" u="none" strike="noStrike">
                          <a:solidFill>
                            <a:srgbClr val="FFFFFF"/>
                          </a:solidFill>
                          <a:effectLst/>
                          <a:latin typeface="Aptos Narrow" panose="020B0004020202020204" pitchFamily="34" charset="0"/>
                        </a:rPr>
                        <a:t>Surname</a:t>
                      </a:r>
                    </a:p>
                  </a:txBody>
                  <a:tcPr marL="7620" marR="7620" marT="762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A02B93"/>
                    </a:solidFill>
                  </a:tcPr>
                </a:tc>
                <a:tc>
                  <a:txBody>
                    <a:bodyPr/>
                    <a:lstStyle/>
                    <a:p>
                      <a:pPr algn="ctr" fontAlgn="b">
                        <a:buNone/>
                      </a:pPr>
                      <a:r>
                        <a:rPr lang="en-ZA" sz="1100" b="1" i="0" u="none" strike="noStrike">
                          <a:solidFill>
                            <a:srgbClr val="FFFFFF"/>
                          </a:solidFill>
                          <a:effectLst/>
                          <a:latin typeface="Aptos Narrow" panose="020B0004020202020204" pitchFamily="34" charset="0"/>
                        </a:rPr>
                        <a:t>Student Number</a:t>
                      </a:r>
                    </a:p>
                  </a:txBody>
                  <a:tcPr marL="7620" marR="7620" marT="7620" marB="0" anchor="b">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A02B93"/>
                    </a:solidFill>
                  </a:tcPr>
                </a:tc>
                <a:extLst>
                  <a:ext uri="{0D108BD9-81ED-4DB2-BD59-A6C34878D82A}">
                    <a16:rowId xmlns:a16="http://schemas.microsoft.com/office/drawing/2014/main" val="1749746556"/>
                  </a:ext>
                </a:extLst>
              </a:tr>
              <a:tr h="253991">
                <a:tc>
                  <a:txBody>
                    <a:bodyPr/>
                    <a:lstStyle/>
                    <a:p>
                      <a:pPr algn="ctr" fontAlgn="b">
                        <a:buNone/>
                      </a:pPr>
                      <a:r>
                        <a:rPr lang="en-ZA" sz="1100" b="0" i="0" u="none" strike="noStrike">
                          <a:solidFill>
                            <a:srgbClr val="000000"/>
                          </a:solidFill>
                          <a:effectLst/>
                          <a:latin typeface="Aptos Narrow" panose="020B0004020202020204" pitchFamily="34" charset="0"/>
                        </a:rPr>
                        <a:t>RM</a:t>
                      </a:r>
                    </a:p>
                  </a:txBody>
                  <a:tcPr marL="7620" marR="7620" marT="762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tc>
                  <a:txBody>
                    <a:bodyPr/>
                    <a:lstStyle/>
                    <a:p>
                      <a:pPr algn="ctr" fontAlgn="b">
                        <a:buNone/>
                      </a:pPr>
                      <a:r>
                        <a:rPr lang="en-ZA" sz="1100" b="0" i="0" u="none" strike="noStrike">
                          <a:solidFill>
                            <a:srgbClr val="000000"/>
                          </a:solidFill>
                          <a:effectLst/>
                          <a:latin typeface="Aptos Narrow" panose="020B0004020202020204" pitchFamily="34" charset="0"/>
                        </a:rPr>
                        <a:t>Sekgobela</a:t>
                      </a:r>
                    </a:p>
                  </a:txBody>
                  <a:tcPr marL="7620" marR="7620" marT="762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tc>
                  <a:txBody>
                    <a:bodyPr/>
                    <a:lstStyle/>
                    <a:p>
                      <a:pPr algn="ctr" fontAlgn="b">
                        <a:buNone/>
                      </a:pPr>
                      <a:r>
                        <a:rPr lang="en-ZA" sz="1100" b="0" i="0" u="none" strike="noStrike">
                          <a:solidFill>
                            <a:srgbClr val="000000"/>
                          </a:solidFill>
                          <a:effectLst/>
                          <a:latin typeface="Aptos Narrow" panose="020B0004020202020204" pitchFamily="34" charset="0"/>
                        </a:rPr>
                        <a:t>53949463</a:t>
                      </a:r>
                    </a:p>
                  </a:txBody>
                  <a:tcPr marL="7620" marR="7620" marT="762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extLst>
                  <a:ext uri="{0D108BD9-81ED-4DB2-BD59-A6C34878D82A}">
                    <a16:rowId xmlns:a16="http://schemas.microsoft.com/office/drawing/2014/main" val="89861835"/>
                  </a:ext>
                </a:extLst>
              </a:tr>
              <a:tr h="253991">
                <a:tc>
                  <a:txBody>
                    <a:bodyPr/>
                    <a:lstStyle/>
                    <a:p>
                      <a:pPr algn="ctr" fontAlgn="b">
                        <a:buNone/>
                      </a:pPr>
                      <a:r>
                        <a:rPr lang="en-ZA" sz="1100" b="0" i="0" u="none" strike="noStrike">
                          <a:solidFill>
                            <a:srgbClr val="000000"/>
                          </a:solidFill>
                          <a:effectLst/>
                          <a:latin typeface="Aptos Narrow" panose="020B0004020202020204" pitchFamily="34" charset="0"/>
                        </a:rPr>
                        <a:t>OJS</a:t>
                      </a:r>
                    </a:p>
                  </a:txBody>
                  <a:tcPr marL="7620" marR="7620" marT="762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tc>
                  <a:txBody>
                    <a:bodyPr/>
                    <a:lstStyle/>
                    <a:p>
                      <a:pPr algn="ctr" fontAlgn="b">
                        <a:buNone/>
                      </a:pPr>
                      <a:r>
                        <a:rPr lang="en-ZA" sz="1100" b="0" i="0" u="none" strike="noStrike">
                          <a:solidFill>
                            <a:srgbClr val="000000"/>
                          </a:solidFill>
                          <a:effectLst/>
                          <a:latin typeface="Aptos Narrow" panose="020B0004020202020204" pitchFamily="34" charset="0"/>
                        </a:rPr>
                        <a:t>Matseke</a:t>
                      </a:r>
                    </a:p>
                  </a:txBody>
                  <a:tcPr marL="7620" marR="7620" marT="762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tc>
                  <a:txBody>
                    <a:bodyPr/>
                    <a:lstStyle/>
                    <a:p>
                      <a:pPr algn="ctr" fontAlgn="b">
                        <a:buNone/>
                      </a:pPr>
                      <a:r>
                        <a:rPr lang="en-ZA" sz="1100" b="0" i="0" u="none" strike="noStrike">
                          <a:solidFill>
                            <a:srgbClr val="000000"/>
                          </a:solidFill>
                          <a:effectLst/>
                          <a:latin typeface="Aptos Narrow" panose="020B0004020202020204" pitchFamily="34" charset="0"/>
                        </a:rPr>
                        <a:t>44693389</a:t>
                      </a:r>
                    </a:p>
                  </a:txBody>
                  <a:tcPr marL="7620" marR="7620" marT="762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extLst>
                  <a:ext uri="{0D108BD9-81ED-4DB2-BD59-A6C34878D82A}">
                    <a16:rowId xmlns:a16="http://schemas.microsoft.com/office/drawing/2014/main" val="3033130057"/>
                  </a:ext>
                </a:extLst>
              </a:tr>
              <a:tr h="253991">
                <a:tc>
                  <a:txBody>
                    <a:bodyPr/>
                    <a:lstStyle/>
                    <a:p>
                      <a:pPr algn="ctr" fontAlgn="b">
                        <a:buNone/>
                      </a:pPr>
                      <a:r>
                        <a:rPr lang="en-ZA" sz="1100" b="0" i="0" u="none" strike="noStrike">
                          <a:solidFill>
                            <a:srgbClr val="000000"/>
                          </a:solidFill>
                          <a:effectLst/>
                          <a:latin typeface="Aptos Narrow" panose="020B0004020202020204" pitchFamily="34" charset="0"/>
                        </a:rPr>
                        <a:t>R</a:t>
                      </a:r>
                    </a:p>
                  </a:txBody>
                  <a:tcPr marL="7620" marR="7620" marT="762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tc>
                  <a:txBody>
                    <a:bodyPr/>
                    <a:lstStyle/>
                    <a:p>
                      <a:pPr algn="ctr" fontAlgn="b">
                        <a:buNone/>
                      </a:pPr>
                      <a:r>
                        <a:rPr lang="en-ZA" sz="1100" b="0" i="0" u="none" strike="noStrike">
                          <a:solidFill>
                            <a:srgbClr val="000000"/>
                          </a:solidFill>
                          <a:effectLst/>
                          <a:latin typeface="Aptos Narrow" panose="020B0004020202020204" pitchFamily="34" charset="0"/>
                        </a:rPr>
                        <a:t>Mogajane</a:t>
                      </a:r>
                    </a:p>
                  </a:txBody>
                  <a:tcPr marL="7620" marR="7620" marT="762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tc>
                  <a:txBody>
                    <a:bodyPr/>
                    <a:lstStyle/>
                    <a:p>
                      <a:pPr algn="ctr" fontAlgn="b">
                        <a:buNone/>
                      </a:pPr>
                      <a:r>
                        <a:rPr lang="en-ZA" sz="1100" b="0" i="0" u="none" strike="noStrike">
                          <a:solidFill>
                            <a:srgbClr val="000000"/>
                          </a:solidFill>
                          <a:effectLst/>
                          <a:latin typeface="Aptos Narrow" panose="020B0004020202020204" pitchFamily="34" charset="0"/>
                        </a:rPr>
                        <a:t>51797364</a:t>
                      </a:r>
                    </a:p>
                  </a:txBody>
                  <a:tcPr marL="7620" marR="7620" marT="762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extLst>
                  <a:ext uri="{0D108BD9-81ED-4DB2-BD59-A6C34878D82A}">
                    <a16:rowId xmlns:a16="http://schemas.microsoft.com/office/drawing/2014/main" val="867202532"/>
                  </a:ext>
                </a:extLst>
              </a:tr>
              <a:tr h="253991">
                <a:tc>
                  <a:txBody>
                    <a:bodyPr/>
                    <a:lstStyle/>
                    <a:p>
                      <a:pPr algn="ctr" fontAlgn="b">
                        <a:buNone/>
                      </a:pPr>
                      <a:r>
                        <a:rPr lang="en-ZA" sz="1100" b="0" i="0" u="none" strike="noStrike">
                          <a:solidFill>
                            <a:srgbClr val="000000"/>
                          </a:solidFill>
                          <a:effectLst/>
                          <a:latin typeface="Aptos Narrow" panose="020B0004020202020204" pitchFamily="34" charset="0"/>
                        </a:rPr>
                        <a:t>A</a:t>
                      </a:r>
                    </a:p>
                  </a:txBody>
                  <a:tcPr marL="7620" marR="7620" marT="762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tc>
                  <a:txBody>
                    <a:bodyPr/>
                    <a:lstStyle/>
                    <a:p>
                      <a:pPr algn="ctr" fontAlgn="b">
                        <a:buNone/>
                      </a:pPr>
                      <a:r>
                        <a:rPr lang="en-ZA" sz="1100" b="0" i="0" u="none" strike="noStrike">
                          <a:solidFill>
                            <a:srgbClr val="000000"/>
                          </a:solidFill>
                          <a:effectLst/>
                          <a:latin typeface="Aptos Narrow" panose="020B0004020202020204" pitchFamily="34" charset="0"/>
                        </a:rPr>
                        <a:t>Madubye</a:t>
                      </a:r>
                    </a:p>
                  </a:txBody>
                  <a:tcPr marL="7620" marR="7620" marT="762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tc>
                  <a:txBody>
                    <a:bodyPr/>
                    <a:lstStyle/>
                    <a:p>
                      <a:pPr algn="ctr" fontAlgn="b">
                        <a:buNone/>
                      </a:pPr>
                      <a:r>
                        <a:rPr lang="en-ZA" sz="1100" b="0" i="0" u="none" strike="noStrike">
                          <a:solidFill>
                            <a:srgbClr val="000000"/>
                          </a:solidFill>
                          <a:effectLst/>
                          <a:latin typeface="Aptos Narrow" panose="020B0004020202020204" pitchFamily="34" charset="0"/>
                        </a:rPr>
                        <a:t>54385997</a:t>
                      </a:r>
                    </a:p>
                  </a:txBody>
                  <a:tcPr marL="7620" marR="7620" marT="762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extLst>
                  <a:ext uri="{0D108BD9-81ED-4DB2-BD59-A6C34878D82A}">
                    <a16:rowId xmlns:a16="http://schemas.microsoft.com/office/drawing/2014/main" val="4069678334"/>
                  </a:ext>
                </a:extLst>
              </a:tr>
              <a:tr h="253991">
                <a:tc>
                  <a:txBody>
                    <a:bodyPr/>
                    <a:lstStyle/>
                    <a:p>
                      <a:pPr algn="ctr" fontAlgn="b">
                        <a:buNone/>
                      </a:pPr>
                      <a:r>
                        <a:rPr lang="en-ZA" sz="1100" b="0" i="0" u="none" strike="noStrike">
                          <a:solidFill>
                            <a:srgbClr val="000000"/>
                          </a:solidFill>
                          <a:effectLst/>
                          <a:latin typeface="Aptos Narrow" panose="020B0004020202020204" pitchFamily="34" charset="0"/>
                        </a:rPr>
                        <a:t>P</a:t>
                      </a:r>
                    </a:p>
                  </a:txBody>
                  <a:tcPr marL="7620" marR="7620" marT="762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tc>
                  <a:txBody>
                    <a:bodyPr/>
                    <a:lstStyle/>
                    <a:p>
                      <a:pPr algn="ctr" fontAlgn="b">
                        <a:buNone/>
                      </a:pPr>
                      <a:r>
                        <a:rPr lang="en-ZA" sz="1100" b="0" i="0" u="none" strike="noStrike">
                          <a:solidFill>
                            <a:srgbClr val="000000"/>
                          </a:solidFill>
                          <a:effectLst/>
                          <a:latin typeface="Aptos Narrow" panose="020B0004020202020204" pitchFamily="34" charset="0"/>
                        </a:rPr>
                        <a:t>Pheto</a:t>
                      </a:r>
                    </a:p>
                  </a:txBody>
                  <a:tcPr marL="7620" marR="7620" marT="762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tc>
                  <a:txBody>
                    <a:bodyPr/>
                    <a:lstStyle/>
                    <a:p>
                      <a:pPr algn="ctr" fontAlgn="b">
                        <a:buNone/>
                      </a:pPr>
                      <a:r>
                        <a:rPr lang="en-ZA" sz="1100" b="0" i="0" u="none" strike="noStrike">
                          <a:solidFill>
                            <a:srgbClr val="000000"/>
                          </a:solidFill>
                          <a:effectLst/>
                          <a:latin typeface="Aptos Narrow" panose="020B0004020202020204" pitchFamily="34" charset="0"/>
                        </a:rPr>
                        <a:t>46776028</a:t>
                      </a:r>
                    </a:p>
                  </a:txBody>
                  <a:tcPr marL="7620" marR="7620" marT="762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extLst>
                  <a:ext uri="{0D108BD9-81ED-4DB2-BD59-A6C34878D82A}">
                    <a16:rowId xmlns:a16="http://schemas.microsoft.com/office/drawing/2014/main" val="128603937"/>
                  </a:ext>
                </a:extLst>
              </a:tr>
              <a:tr h="253991">
                <a:tc>
                  <a:txBody>
                    <a:bodyPr/>
                    <a:lstStyle/>
                    <a:p>
                      <a:pPr algn="ctr" fontAlgn="b">
                        <a:buNone/>
                      </a:pPr>
                      <a:r>
                        <a:rPr lang="en-ZA" sz="1100" b="0" i="0" u="none" strike="noStrike">
                          <a:solidFill>
                            <a:srgbClr val="000000"/>
                          </a:solidFill>
                          <a:effectLst/>
                          <a:latin typeface="Aptos Narrow" panose="020B0004020202020204" pitchFamily="34" charset="0"/>
                        </a:rPr>
                        <a:t>O</a:t>
                      </a:r>
                    </a:p>
                  </a:txBody>
                  <a:tcPr marL="7620" marR="7620" marT="762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tc>
                  <a:txBody>
                    <a:bodyPr/>
                    <a:lstStyle/>
                    <a:p>
                      <a:pPr algn="ctr" fontAlgn="b">
                        <a:buNone/>
                      </a:pPr>
                      <a:r>
                        <a:rPr lang="en-ZA" sz="1100" b="0" i="0" u="none" strike="noStrike">
                          <a:solidFill>
                            <a:srgbClr val="000000"/>
                          </a:solidFill>
                          <a:effectLst/>
                          <a:latin typeface="Aptos Narrow" panose="020B0004020202020204" pitchFamily="34" charset="0"/>
                        </a:rPr>
                        <a:t>Gopane</a:t>
                      </a:r>
                    </a:p>
                  </a:txBody>
                  <a:tcPr marL="7620" marR="7620" marT="762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tc>
                  <a:txBody>
                    <a:bodyPr/>
                    <a:lstStyle/>
                    <a:p>
                      <a:pPr algn="ctr" fontAlgn="b">
                        <a:buNone/>
                      </a:pPr>
                      <a:r>
                        <a:rPr lang="en-ZA" sz="1100" b="0" i="0" u="none" strike="noStrike">
                          <a:solidFill>
                            <a:srgbClr val="000000"/>
                          </a:solidFill>
                          <a:effectLst/>
                          <a:latin typeface="Aptos Narrow" panose="020B0004020202020204" pitchFamily="34" charset="0"/>
                        </a:rPr>
                        <a:t>52549216</a:t>
                      </a:r>
                    </a:p>
                  </a:txBody>
                  <a:tcPr marL="7620" marR="7620" marT="762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extLst>
                  <a:ext uri="{0D108BD9-81ED-4DB2-BD59-A6C34878D82A}">
                    <a16:rowId xmlns:a16="http://schemas.microsoft.com/office/drawing/2014/main" val="3821057666"/>
                  </a:ext>
                </a:extLst>
              </a:tr>
              <a:tr h="253991">
                <a:tc>
                  <a:txBody>
                    <a:bodyPr/>
                    <a:lstStyle/>
                    <a:p>
                      <a:pPr algn="ctr" fontAlgn="b">
                        <a:buNone/>
                      </a:pPr>
                      <a:r>
                        <a:rPr lang="en-ZA" sz="1100" b="0" i="0" u="none" strike="noStrike">
                          <a:solidFill>
                            <a:srgbClr val="000000"/>
                          </a:solidFill>
                          <a:effectLst/>
                          <a:latin typeface="Aptos Narrow" panose="020B0004020202020204" pitchFamily="34" charset="0"/>
                        </a:rPr>
                        <a:t>K</a:t>
                      </a:r>
                    </a:p>
                  </a:txBody>
                  <a:tcPr marL="7620" marR="7620" marT="762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tc>
                  <a:txBody>
                    <a:bodyPr/>
                    <a:lstStyle/>
                    <a:p>
                      <a:pPr algn="ctr" fontAlgn="b">
                        <a:buNone/>
                      </a:pPr>
                      <a:r>
                        <a:rPr lang="en-ZA" sz="1100" b="0" i="0" u="none" strike="noStrike">
                          <a:solidFill>
                            <a:srgbClr val="000000"/>
                          </a:solidFill>
                          <a:effectLst/>
                          <a:latin typeface="Aptos Narrow" panose="020B0004020202020204" pitchFamily="34" charset="0"/>
                        </a:rPr>
                        <a:t>Monaheng</a:t>
                      </a:r>
                    </a:p>
                  </a:txBody>
                  <a:tcPr marL="7620" marR="7620" marT="762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tc>
                  <a:txBody>
                    <a:bodyPr/>
                    <a:lstStyle/>
                    <a:p>
                      <a:pPr algn="ctr" fontAlgn="b">
                        <a:buNone/>
                      </a:pPr>
                      <a:r>
                        <a:rPr lang="en-ZA" sz="1100" b="0" i="0" u="none" strike="noStrike">
                          <a:solidFill>
                            <a:srgbClr val="000000"/>
                          </a:solidFill>
                          <a:effectLst/>
                          <a:latin typeface="Aptos Narrow" panose="020B0004020202020204" pitchFamily="34" charset="0"/>
                        </a:rPr>
                        <a:t>55937373</a:t>
                      </a:r>
                    </a:p>
                  </a:txBody>
                  <a:tcPr marL="7620" marR="7620" marT="762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extLst>
                  <a:ext uri="{0D108BD9-81ED-4DB2-BD59-A6C34878D82A}">
                    <a16:rowId xmlns:a16="http://schemas.microsoft.com/office/drawing/2014/main" val="3162933231"/>
                  </a:ext>
                </a:extLst>
              </a:tr>
              <a:tr h="253991">
                <a:tc>
                  <a:txBody>
                    <a:bodyPr/>
                    <a:lstStyle/>
                    <a:p>
                      <a:pPr algn="ctr" fontAlgn="b">
                        <a:buNone/>
                      </a:pPr>
                      <a:r>
                        <a:rPr lang="en-ZA" sz="1100" b="0" i="0" u="none" strike="noStrike">
                          <a:solidFill>
                            <a:srgbClr val="000000"/>
                          </a:solidFill>
                          <a:effectLst/>
                          <a:latin typeface="Aptos Narrow" panose="020B0004020202020204" pitchFamily="34" charset="0"/>
                        </a:rPr>
                        <a:t>F</a:t>
                      </a:r>
                    </a:p>
                  </a:txBody>
                  <a:tcPr marL="7620" marR="7620" marT="762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tc>
                  <a:txBody>
                    <a:bodyPr/>
                    <a:lstStyle/>
                    <a:p>
                      <a:pPr algn="ctr" fontAlgn="b">
                        <a:buNone/>
                      </a:pPr>
                      <a:r>
                        <a:rPr lang="en-ZA" sz="1100" b="0" i="0" u="none" strike="noStrike">
                          <a:solidFill>
                            <a:srgbClr val="000000"/>
                          </a:solidFill>
                          <a:effectLst/>
                          <a:latin typeface="Aptos Narrow" panose="020B0004020202020204" pitchFamily="34" charset="0"/>
                        </a:rPr>
                        <a:t>Maepa</a:t>
                      </a:r>
                    </a:p>
                  </a:txBody>
                  <a:tcPr marL="7620" marR="7620" marT="762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tc>
                  <a:txBody>
                    <a:bodyPr/>
                    <a:lstStyle/>
                    <a:p>
                      <a:pPr algn="ctr" fontAlgn="b">
                        <a:buNone/>
                      </a:pPr>
                      <a:r>
                        <a:rPr lang="en-ZA" sz="1100" b="0" i="0" u="none" strike="noStrike">
                          <a:solidFill>
                            <a:srgbClr val="000000"/>
                          </a:solidFill>
                          <a:effectLst/>
                          <a:latin typeface="Aptos Narrow" panose="020B0004020202020204" pitchFamily="34" charset="0"/>
                        </a:rPr>
                        <a:t>48229946</a:t>
                      </a:r>
                    </a:p>
                  </a:txBody>
                  <a:tcPr marL="7620" marR="7620" marT="762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extLst>
                  <a:ext uri="{0D108BD9-81ED-4DB2-BD59-A6C34878D82A}">
                    <a16:rowId xmlns:a16="http://schemas.microsoft.com/office/drawing/2014/main" val="3670984289"/>
                  </a:ext>
                </a:extLst>
              </a:tr>
              <a:tr h="253991">
                <a:tc>
                  <a:txBody>
                    <a:bodyPr/>
                    <a:lstStyle/>
                    <a:p>
                      <a:pPr algn="ctr" fontAlgn="b">
                        <a:buNone/>
                      </a:pPr>
                      <a:r>
                        <a:rPr lang="en-ZA" sz="1100" b="0" i="0" u="none" strike="noStrike">
                          <a:solidFill>
                            <a:srgbClr val="000000"/>
                          </a:solidFill>
                          <a:effectLst/>
                          <a:latin typeface="Aptos Narrow" panose="020B0004020202020204" pitchFamily="34" charset="0"/>
                        </a:rPr>
                        <a:t>T</a:t>
                      </a:r>
                    </a:p>
                  </a:txBody>
                  <a:tcPr marL="7620" marR="7620" marT="762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tc>
                  <a:txBody>
                    <a:bodyPr/>
                    <a:lstStyle/>
                    <a:p>
                      <a:pPr algn="ctr" fontAlgn="b">
                        <a:buNone/>
                      </a:pPr>
                      <a:r>
                        <a:rPr lang="en-ZA" sz="1100" b="0" i="0" u="none" strike="noStrike">
                          <a:solidFill>
                            <a:srgbClr val="000000"/>
                          </a:solidFill>
                          <a:effectLst/>
                          <a:latin typeface="Aptos Narrow" panose="020B0004020202020204" pitchFamily="34" charset="0"/>
                        </a:rPr>
                        <a:t>Tswaile</a:t>
                      </a:r>
                    </a:p>
                  </a:txBody>
                  <a:tcPr marL="7620" marR="7620" marT="762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tc>
                  <a:txBody>
                    <a:bodyPr/>
                    <a:lstStyle/>
                    <a:p>
                      <a:pPr algn="ctr" fontAlgn="b">
                        <a:buNone/>
                      </a:pPr>
                      <a:r>
                        <a:rPr lang="en-ZA" sz="1100" b="0" i="0" u="none" strike="noStrike">
                          <a:solidFill>
                            <a:srgbClr val="000000"/>
                          </a:solidFill>
                          <a:effectLst/>
                          <a:latin typeface="Aptos Narrow" panose="020B0004020202020204" pitchFamily="34" charset="0"/>
                        </a:rPr>
                        <a:t>51208806</a:t>
                      </a:r>
                    </a:p>
                  </a:txBody>
                  <a:tcPr marL="7620" marR="7620" marT="762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49EDD"/>
                    </a:solidFill>
                  </a:tcPr>
                </a:tc>
                <a:extLst>
                  <a:ext uri="{0D108BD9-81ED-4DB2-BD59-A6C34878D82A}">
                    <a16:rowId xmlns:a16="http://schemas.microsoft.com/office/drawing/2014/main" val="3769755961"/>
                  </a:ext>
                </a:extLst>
              </a:tr>
              <a:tr h="253991">
                <a:tc>
                  <a:txBody>
                    <a:bodyPr/>
                    <a:lstStyle/>
                    <a:p>
                      <a:pPr algn="ctr" fontAlgn="b">
                        <a:buNone/>
                      </a:pPr>
                      <a:r>
                        <a:rPr lang="en-ZA" sz="1100" b="0" i="0" u="none" strike="noStrike">
                          <a:solidFill>
                            <a:srgbClr val="000000"/>
                          </a:solidFill>
                          <a:effectLst/>
                          <a:latin typeface="Aptos Narrow" panose="020B0004020202020204" pitchFamily="34" charset="0"/>
                        </a:rPr>
                        <a:t>T</a:t>
                      </a:r>
                    </a:p>
                  </a:txBody>
                  <a:tcPr marL="7620" marR="7620" marT="762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tc>
                  <a:txBody>
                    <a:bodyPr/>
                    <a:lstStyle/>
                    <a:p>
                      <a:pPr algn="ctr" fontAlgn="b">
                        <a:buNone/>
                      </a:pPr>
                      <a:r>
                        <a:rPr lang="en-ZA" sz="1100" b="0" i="0" u="none" strike="noStrike">
                          <a:solidFill>
                            <a:srgbClr val="000000"/>
                          </a:solidFill>
                          <a:effectLst/>
                          <a:latin typeface="Aptos Narrow" panose="020B0004020202020204" pitchFamily="34" charset="0"/>
                        </a:rPr>
                        <a:t>Skall</a:t>
                      </a:r>
                    </a:p>
                  </a:txBody>
                  <a:tcPr marL="7620" marR="7620" marT="762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tc>
                  <a:txBody>
                    <a:bodyPr/>
                    <a:lstStyle/>
                    <a:p>
                      <a:pPr algn="ctr" fontAlgn="b">
                        <a:buNone/>
                      </a:pPr>
                      <a:r>
                        <a:rPr lang="en-ZA" sz="1100" b="0" i="0" u="none" strike="noStrike">
                          <a:solidFill>
                            <a:srgbClr val="000000"/>
                          </a:solidFill>
                          <a:effectLst/>
                          <a:latin typeface="Aptos Narrow" panose="020B0004020202020204" pitchFamily="34" charset="0"/>
                        </a:rPr>
                        <a:t>51526379</a:t>
                      </a:r>
                    </a:p>
                  </a:txBody>
                  <a:tcPr marL="7620" marR="7620" marT="762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EEF"/>
                    </a:solidFill>
                  </a:tcPr>
                </a:tc>
                <a:extLst>
                  <a:ext uri="{0D108BD9-81ED-4DB2-BD59-A6C34878D82A}">
                    <a16:rowId xmlns:a16="http://schemas.microsoft.com/office/drawing/2014/main" val="1724452956"/>
                  </a:ext>
                </a:extLst>
              </a:tr>
              <a:tr h="253991">
                <a:tc>
                  <a:txBody>
                    <a:bodyPr/>
                    <a:lstStyle/>
                    <a:p>
                      <a:pPr algn="ctr" fontAlgn="b">
                        <a:buNone/>
                      </a:pPr>
                      <a:r>
                        <a:rPr lang="en-ZA" sz="1100" b="0" i="0" u="none" strike="noStrike">
                          <a:solidFill>
                            <a:srgbClr val="000000"/>
                          </a:solidFill>
                          <a:effectLst/>
                          <a:latin typeface="Aptos Narrow" panose="020B0004020202020204" pitchFamily="34" charset="0"/>
                        </a:rPr>
                        <a:t>T</a:t>
                      </a:r>
                    </a:p>
                  </a:txBody>
                  <a:tcPr marL="7620" marR="7620" marT="762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E49EDD"/>
                    </a:solidFill>
                  </a:tcPr>
                </a:tc>
                <a:tc>
                  <a:txBody>
                    <a:bodyPr/>
                    <a:lstStyle/>
                    <a:p>
                      <a:pPr algn="ctr" fontAlgn="b">
                        <a:buNone/>
                      </a:pPr>
                      <a:r>
                        <a:rPr lang="en-ZA" sz="1100" b="0" i="0" u="none" strike="noStrike">
                          <a:solidFill>
                            <a:srgbClr val="000000"/>
                          </a:solidFill>
                          <a:effectLst/>
                          <a:latin typeface="Aptos Narrow" panose="020B0004020202020204" pitchFamily="34" charset="0"/>
                        </a:rPr>
                        <a:t>Chauke</a:t>
                      </a:r>
                    </a:p>
                  </a:txBody>
                  <a:tcPr marL="7620" marR="7620" marT="762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E49EDD"/>
                    </a:solidFill>
                  </a:tcPr>
                </a:tc>
                <a:tc>
                  <a:txBody>
                    <a:bodyPr/>
                    <a:lstStyle/>
                    <a:p>
                      <a:pPr algn="ctr" fontAlgn="b">
                        <a:buNone/>
                      </a:pPr>
                      <a:r>
                        <a:rPr lang="en-ZA" sz="1100" b="0" i="0" u="none" strike="noStrike" dirty="0">
                          <a:solidFill>
                            <a:srgbClr val="000000"/>
                          </a:solidFill>
                          <a:effectLst/>
                          <a:latin typeface="Aptos Narrow" panose="020B0004020202020204" pitchFamily="34" charset="0"/>
                        </a:rPr>
                        <a:t>51524600</a:t>
                      </a:r>
                    </a:p>
                  </a:txBody>
                  <a:tcPr marL="7620" marR="7620" marT="762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a:noFill/>
                    </a:lnB>
                    <a:solidFill>
                      <a:srgbClr val="E49EDD"/>
                    </a:solidFill>
                  </a:tcPr>
                </a:tc>
                <a:extLst>
                  <a:ext uri="{0D108BD9-81ED-4DB2-BD59-A6C34878D82A}">
                    <a16:rowId xmlns:a16="http://schemas.microsoft.com/office/drawing/2014/main" val="2882596968"/>
                  </a:ext>
                </a:extLst>
              </a:tr>
            </a:tbl>
          </a:graphicData>
        </a:graphic>
      </p:graphicFrame>
      <p:pic>
        <p:nvPicPr>
          <p:cNvPr id="4" name="Picture 3">
            <a:extLst>
              <a:ext uri="{FF2B5EF4-FFF2-40B4-BE49-F238E27FC236}">
                <a16:creationId xmlns:a16="http://schemas.microsoft.com/office/drawing/2014/main" id="{D28F249A-36E1-0CE6-E646-F86A295DEA91}"/>
              </a:ext>
            </a:extLst>
          </p:cNvPr>
          <p:cNvPicPr>
            <a:picLocks noChangeAspect="1"/>
          </p:cNvPicPr>
          <p:nvPr/>
        </p:nvPicPr>
        <p:blipFill>
          <a:blip r:embed="rId3"/>
          <a:srcRect l="287" r="290" b="3"/>
          <a:stretch>
            <a:fillRect/>
          </a:stretch>
        </p:blipFill>
        <p:spPr>
          <a:xfrm>
            <a:off x="1141412" y="2497720"/>
            <a:ext cx="4662140" cy="3047892"/>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7" name="TextBox 6">
            <a:extLst>
              <a:ext uri="{FF2B5EF4-FFF2-40B4-BE49-F238E27FC236}">
                <a16:creationId xmlns:a16="http://schemas.microsoft.com/office/drawing/2014/main" id="{92CB85CC-4D06-E76A-E9EE-817D23D7EB82}"/>
              </a:ext>
            </a:extLst>
          </p:cNvPr>
          <p:cNvSpPr txBox="1"/>
          <p:nvPr/>
        </p:nvSpPr>
        <p:spPr>
          <a:xfrm>
            <a:off x="3620294" y="6028267"/>
            <a:ext cx="4951411" cy="369332"/>
          </a:xfrm>
          <a:prstGeom prst="rect">
            <a:avLst/>
          </a:prstGeom>
          <a:noFill/>
        </p:spPr>
        <p:txBody>
          <a:bodyPr wrap="square" rtlCol="0">
            <a:spAutoFit/>
          </a:bodyPr>
          <a:lstStyle/>
          <a:p>
            <a:pPr algn="ctr"/>
            <a:r>
              <a:rPr lang="en-ZA" dirty="0"/>
              <a:t>The End</a:t>
            </a:r>
          </a:p>
        </p:txBody>
      </p:sp>
    </p:spTree>
    <p:extLst>
      <p:ext uri="{BB962C8B-B14F-4D97-AF65-F5344CB8AC3E}">
        <p14:creationId xmlns:p14="http://schemas.microsoft.com/office/powerpoint/2010/main" val="15639201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E096F0E7-E7B5-406E-8E94-F0043B2AC7F6}">
  <ds:schemaRefs>
    <ds:schemaRef ds:uri="http://schemas.microsoft.com/sharepoint/v3/contenttype/forms"/>
  </ds:schemaRefs>
</ds:datastoreItem>
</file>

<file path=customXml/itemProps2.xml><?xml version="1.0" encoding="utf-8"?>
<ds:datastoreItem xmlns:ds="http://schemas.openxmlformats.org/officeDocument/2006/customXml" ds:itemID="{104C6BCC-A38B-4625-90E6-7D3BBA3909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C41CBB0-BAA0-4983-8F2B-E10AF3358DA8}">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3689</TotalTime>
  <Words>1904</Words>
  <Application>Microsoft Office PowerPoint</Application>
  <PresentationFormat>Widescreen</PresentationFormat>
  <Paragraphs>183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 Narrow</vt:lpstr>
      <vt:lpstr>Arial</vt:lpstr>
      <vt:lpstr>Calibri</vt:lpstr>
      <vt:lpstr>Tw Cen MT</vt:lpstr>
      <vt:lpstr>Circuit</vt:lpstr>
      <vt:lpstr>Linked Lists: Insertion &amp; Deletion</vt:lpstr>
      <vt:lpstr>PowerPoint Presentation</vt:lpstr>
      <vt:lpstr>PowerPoint Presentation</vt:lpstr>
      <vt:lpstr>Nodes and Linked-List Structure</vt:lpstr>
      <vt:lpstr>Types of Linked Lists </vt:lpstr>
      <vt:lpstr>Traversal </vt:lpstr>
      <vt:lpstr>Insertion</vt:lpstr>
      <vt:lpstr>Deletion</vt:lpstr>
      <vt:lpstr>PowerPoint Presentation</vt:lpstr>
      <vt:lpstr>Advatntages and Disadvantages</vt:lpstr>
      <vt:lpstr>PowerPoint Presentation</vt:lpstr>
      <vt:lpstr>PowerPoint Presentation</vt:lpstr>
      <vt:lpstr>References </vt:lpstr>
      <vt:lpstr>Group Members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Oratile Matseke</dc:creator>
  <cp:lastModifiedBy>Oratile Matseke</cp:lastModifiedBy>
  <cp:revision>8</cp:revision>
  <dcterms:created xsi:type="dcterms:W3CDTF">2026-09-30T22:46:46Z</dcterms:created>
  <dcterms:modified xsi:type="dcterms:W3CDTF">2026-10-03T16:44:23Z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